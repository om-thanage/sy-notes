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8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67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3" r:id="rId30"/>
    <p:sldId id="285" r:id="rId31"/>
    <p:sldId id="286" r:id="rId32"/>
    <p:sldId id="289" r:id="rId33"/>
    <p:sldId id="288" r:id="rId34"/>
    <p:sldId id="290" r:id="rId35"/>
    <p:sldId id="287" r:id="rId36"/>
    <p:sldId id="291" r:id="rId37"/>
    <p:sldId id="292" r:id="rId38"/>
    <p:sldId id="296" r:id="rId39"/>
    <p:sldId id="295" r:id="rId40"/>
    <p:sldId id="293" r:id="rId41"/>
    <p:sldId id="294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E144F2-DBF7-4AFE-9548-016763672A4B}">
          <p14:sldIdLst>
            <p14:sldId id="256"/>
          </p14:sldIdLst>
        </p14:section>
        <p14:section name="Backtracking" id="{5BCF3693-25E7-49F6-915E-74EC6586B128}">
          <p14:sldIdLst>
            <p14:sldId id="257"/>
            <p14:sldId id="258"/>
            <p14:sldId id="259"/>
            <p14:sldId id="260"/>
            <p14:sldId id="261"/>
          </p14:sldIdLst>
        </p14:section>
        <p14:section name="N Queen Problem" id="{8F92AC44-6CE0-4845-B3A6-DF73FE757574}">
          <p14:sldIdLst>
            <p14:sldId id="262"/>
            <p14:sldId id="264"/>
            <p14:sldId id="263"/>
            <p14:sldId id="265"/>
            <p14:sldId id="268"/>
            <p14:sldId id="266"/>
            <p14:sldId id="269"/>
            <p14:sldId id="270"/>
          </p14:sldIdLst>
        </p14:section>
        <p14:section name="Sum Of Subsets" id="{63AB33EA-8681-4B9C-BBB3-3CFDA91B89CD}">
          <p14:sldIdLst>
            <p14:sldId id="271"/>
            <p14:sldId id="272"/>
            <p14:sldId id="273"/>
            <p14:sldId id="274"/>
            <p14:sldId id="275"/>
            <p14:sldId id="276"/>
            <p14:sldId id="267"/>
          </p14:sldIdLst>
        </p14:section>
        <p14:section name="Graph Coloring" id="{332DE93F-FA5F-457D-9056-E7C3CA37B40D}">
          <p14:sldIdLst>
            <p14:sldId id="277"/>
            <p14:sldId id="278"/>
            <p14:sldId id="279"/>
            <p14:sldId id="280"/>
            <p14:sldId id="281"/>
            <p14:sldId id="282"/>
            <p14:sldId id="284"/>
            <p14:sldId id="283"/>
          </p14:sldIdLst>
        </p14:section>
        <p14:section name="Branch &amp; Bound" id="{3F96A782-CA94-4B0D-B40B-9555E448EE6B}">
          <p14:sldIdLst>
            <p14:sldId id="285"/>
            <p14:sldId id="286"/>
            <p14:sldId id="289"/>
            <p14:sldId id="288"/>
            <p14:sldId id="290"/>
            <p14:sldId id="287"/>
            <p14:sldId id="291"/>
            <p14:sldId id="292"/>
            <p14:sldId id="296"/>
            <p14:sldId id="295"/>
          </p14:sldIdLst>
        </p14:section>
        <p14:section name="0/1 Knapsack" id="{E7C89FDC-7CCF-4F66-8B54-996B52E2BB57}">
          <p14:sldIdLst>
            <p14:sldId id="293"/>
            <p14:sldId id="294"/>
            <p14:sldId id="297"/>
            <p14:sldId id="298"/>
            <p14:sldId id="299"/>
          </p14:sldIdLst>
        </p14:section>
        <p14:section name="15 Puzzle Problem" id="{9326190A-2581-420A-BE56-133C8E2CBFEB}">
          <p14:sldIdLst>
            <p14:sldId id="300"/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09EFE5-E5CB-465E-8996-10E28B45FB70}" v="31" dt="2023-04-18T10:34:56.0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al Sonune" userId="a84d000b-e407-4958-bec6-a75de855f8bf" providerId="ADAL" clId="{DA09EFE5-E5CB-465E-8996-10E28B45FB70}"/>
    <pc:docChg chg="modSld">
      <pc:chgData name="Gopal Sonune" userId="a84d000b-e407-4958-bec6-a75de855f8bf" providerId="ADAL" clId="{DA09EFE5-E5CB-465E-8996-10E28B45FB70}" dt="2023-05-02T07:55:06.277" v="41" actId="729"/>
      <pc:docMkLst>
        <pc:docMk/>
      </pc:docMkLst>
      <pc:sldChg chg="modAnim">
        <pc:chgData name="Gopal Sonune" userId="a84d000b-e407-4958-bec6-a75de855f8bf" providerId="ADAL" clId="{DA09EFE5-E5CB-465E-8996-10E28B45FB70}" dt="2023-04-18T04:46:08.507" v="1"/>
        <pc:sldMkLst>
          <pc:docMk/>
          <pc:sldMk cId="1126082744" sldId="266"/>
        </pc:sldMkLst>
      </pc:sldChg>
      <pc:sldChg chg="modSp">
        <pc:chgData name="Gopal Sonune" userId="a84d000b-e407-4958-bec6-a75de855f8bf" providerId="ADAL" clId="{DA09EFE5-E5CB-465E-8996-10E28B45FB70}" dt="2023-04-18T04:44:53.868" v="0" actId="20577"/>
        <pc:sldMkLst>
          <pc:docMk/>
          <pc:sldMk cId="4121131902" sldId="269"/>
        </pc:sldMkLst>
        <pc:spChg chg="mod">
          <ac:chgData name="Gopal Sonune" userId="a84d000b-e407-4958-bec6-a75de855f8bf" providerId="ADAL" clId="{DA09EFE5-E5CB-465E-8996-10E28B45FB70}" dt="2023-04-18T04:44:53.868" v="0" actId="20577"/>
          <ac:spMkLst>
            <pc:docMk/>
            <pc:sldMk cId="4121131902" sldId="269"/>
            <ac:spMk id="6" creationId="{CD71CB55-9019-436D-B1E1-F5CD06660A8B}"/>
          </ac:spMkLst>
        </pc:spChg>
      </pc:sldChg>
      <pc:sldChg chg="modSp mod">
        <pc:chgData name="Gopal Sonune" userId="a84d000b-e407-4958-bec6-a75de855f8bf" providerId="ADAL" clId="{DA09EFE5-E5CB-465E-8996-10E28B45FB70}" dt="2023-04-18T04:49:27.511" v="3" actId="20577"/>
        <pc:sldMkLst>
          <pc:docMk/>
          <pc:sldMk cId="4275436918" sldId="275"/>
        </pc:sldMkLst>
        <pc:graphicFrameChg chg="modGraphic">
          <ac:chgData name="Gopal Sonune" userId="a84d000b-e407-4958-bec6-a75de855f8bf" providerId="ADAL" clId="{DA09EFE5-E5CB-465E-8996-10E28B45FB70}" dt="2023-04-18T04:49:27.511" v="3" actId="20577"/>
          <ac:graphicFrameMkLst>
            <pc:docMk/>
            <pc:sldMk cId="4275436918" sldId="275"/>
            <ac:graphicFrameMk id="14" creationId="{A6F0D724-4A0E-4814-8E7B-8C2E3B65442F}"/>
          </ac:graphicFrameMkLst>
        </pc:graphicFrameChg>
      </pc:sldChg>
      <pc:sldChg chg="modSp mod">
        <pc:chgData name="Gopal Sonune" userId="a84d000b-e407-4958-bec6-a75de855f8bf" providerId="ADAL" clId="{DA09EFE5-E5CB-465E-8996-10E28B45FB70}" dt="2023-04-18T09:24:22.222" v="14" actId="1076"/>
        <pc:sldMkLst>
          <pc:docMk/>
          <pc:sldMk cId="2705723503" sldId="276"/>
        </pc:sldMkLst>
        <pc:spChg chg="mod">
          <ac:chgData name="Gopal Sonune" userId="a84d000b-e407-4958-bec6-a75de855f8bf" providerId="ADAL" clId="{DA09EFE5-E5CB-465E-8996-10E28B45FB70}" dt="2023-04-18T09:24:22.222" v="14" actId="1076"/>
          <ac:spMkLst>
            <pc:docMk/>
            <pc:sldMk cId="2705723503" sldId="276"/>
            <ac:spMk id="19" creationId="{1A357AE4-D3E8-4966-B1D7-F7916FD5279E}"/>
          </ac:spMkLst>
        </pc:spChg>
        <pc:spChg chg="mod">
          <ac:chgData name="Gopal Sonune" userId="a84d000b-e407-4958-bec6-a75de855f8bf" providerId="ADAL" clId="{DA09EFE5-E5CB-465E-8996-10E28B45FB70}" dt="2023-04-18T04:51:36.549" v="9" actId="20577"/>
          <ac:spMkLst>
            <pc:docMk/>
            <pc:sldMk cId="2705723503" sldId="276"/>
            <ac:spMk id="52" creationId="{691CBA51-2DF3-435D-A2C1-B983E8712F62}"/>
          </ac:spMkLst>
        </pc:spChg>
        <pc:spChg chg="mod">
          <ac:chgData name="Gopal Sonune" userId="a84d000b-e407-4958-bec6-a75de855f8bf" providerId="ADAL" clId="{DA09EFE5-E5CB-465E-8996-10E28B45FB70}" dt="2023-04-18T04:52:20.907" v="11" actId="20577"/>
          <ac:spMkLst>
            <pc:docMk/>
            <pc:sldMk cId="2705723503" sldId="276"/>
            <ac:spMk id="56" creationId="{96BA82F7-E910-49A5-863B-4BE8DCC7EEAA}"/>
          </ac:spMkLst>
        </pc:spChg>
      </pc:sldChg>
      <pc:sldChg chg="modSp">
        <pc:chgData name="Gopal Sonune" userId="a84d000b-e407-4958-bec6-a75de855f8bf" providerId="ADAL" clId="{DA09EFE5-E5CB-465E-8996-10E28B45FB70}" dt="2023-04-18T04:55:21.203" v="13" actId="20577"/>
        <pc:sldMkLst>
          <pc:docMk/>
          <pc:sldMk cId="1011311557" sldId="278"/>
        </pc:sldMkLst>
        <pc:spChg chg="mod">
          <ac:chgData name="Gopal Sonune" userId="a84d000b-e407-4958-bec6-a75de855f8bf" providerId="ADAL" clId="{DA09EFE5-E5CB-465E-8996-10E28B45FB70}" dt="2023-04-18T04:55:21.203" v="13" actId="20577"/>
          <ac:spMkLst>
            <pc:docMk/>
            <pc:sldMk cId="1011311557" sldId="278"/>
            <ac:spMk id="8" creationId="{77B900A2-6D2F-4375-A1AF-C85A1C7F76F9}"/>
          </ac:spMkLst>
        </pc:spChg>
      </pc:sldChg>
      <pc:sldChg chg="addSp modSp mod">
        <pc:chgData name="Gopal Sonune" userId="a84d000b-e407-4958-bec6-a75de855f8bf" providerId="ADAL" clId="{DA09EFE5-E5CB-465E-8996-10E28B45FB70}" dt="2023-04-18T10:34:59.684" v="33" actId="1076"/>
        <pc:sldMkLst>
          <pc:docMk/>
          <pc:sldMk cId="979463132" sldId="281"/>
        </pc:sldMkLst>
        <pc:spChg chg="add mod">
          <ac:chgData name="Gopal Sonune" userId="a84d000b-e407-4958-bec6-a75de855f8bf" providerId="ADAL" clId="{DA09EFE5-E5CB-465E-8996-10E28B45FB70}" dt="2023-04-18T10:34:59.684" v="33" actId="1076"/>
          <ac:spMkLst>
            <pc:docMk/>
            <pc:sldMk cId="979463132" sldId="281"/>
            <ac:spMk id="3" creationId="{55440257-0673-A511-17D2-5A6048C8F7F4}"/>
          </ac:spMkLst>
        </pc:spChg>
      </pc:sldChg>
      <pc:sldChg chg="mod modShow">
        <pc:chgData name="Gopal Sonune" userId="a84d000b-e407-4958-bec6-a75de855f8bf" providerId="ADAL" clId="{DA09EFE5-E5CB-465E-8996-10E28B45FB70}" dt="2023-04-18T10:56:39.691" v="34" actId="729"/>
        <pc:sldMkLst>
          <pc:docMk/>
          <pc:sldMk cId="2127313702" sldId="283"/>
        </pc:sldMkLst>
      </pc:sldChg>
      <pc:sldChg chg="modSp mod">
        <pc:chgData name="Gopal Sonune" userId="a84d000b-e407-4958-bec6-a75de855f8bf" providerId="ADAL" clId="{DA09EFE5-E5CB-465E-8996-10E28B45FB70}" dt="2023-04-28T10:40:48.851" v="37" actId="115"/>
        <pc:sldMkLst>
          <pc:docMk/>
          <pc:sldMk cId="529837440" sldId="293"/>
        </pc:sldMkLst>
        <pc:spChg chg="mod">
          <ac:chgData name="Gopal Sonune" userId="a84d000b-e407-4958-bec6-a75de855f8bf" providerId="ADAL" clId="{DA09EFE5-E5CB-465E-8996-10E28B45FB70}" dt="2023-04-28T10:40:48.851" v="37" actId="115"/>
          <ac:spMkLst>
            <pc:docMk/>
            <pc:sldMk cId="529837440" sldId="293"/>
            <ac:spMk id="8" creationId="{77B900A2-6D2F-4375-A1AF-C85A1C7F76F9}"/>
          </ac:spMkLst>
        </pc:spChg>
      </pc:sldChg>
      <pc:sldChg chg="modSp mod">
        <pc:chgData name="Gopal Sonune" userId="a84d000b-e407-4958-bec6-a75de855f8bf" providerId="ADAL" clId="{DA09EFE5-E5CB-465E-8996-10E28B45FB70}" dt="2023-04-28T10:46:05.277" v="40"/>
        <pc:sldMkLst>
          <pc:docMk/>
          <pc:sldMk cId="2977831022" sldId="294"/>
        </pc:sldMkLst>
        <pc:spChg chg="mod">
          <ac:chgData name="Gopal Sonune" userId="a84d000b-e407-4958-bec6-a75de855f8bf" providerId="ADAL" clId="{DA09EFE5-E5CB-465E-8996-10E28B45FB70}" dt="2023-04-28T10:46:05.277" v="40"/>
          <ac:spMkLst>
            <pc:docMk/>
            <pc:sldMk cId="2977831022" sldId="294"/>
            <ac:spMk id="8" creationId="{77B900A2-6D2F-4375-A1AF-C85A1C7F76F9}"/>
          </ac:spMkLst>
        </pc:spChg>
      </pc:sldChg>
      <pc:sldChg chg="mod modShow">
        <pc:chgData name="Gopal Sonune" userId="a84d000b-e407-4958-bec6-a75de855f8bf" providerId="ADAL" clId="{DA09EFE5-E5CB-465E-8996-10E28B45FB70}" dt="2023-05-02T07:55:06.277" v="41" actId="729"/>
        <pc:sldMkLst>
          <pc:docMk/>
          <pc:sldMk cId="1104751350" sldId="298"/>
        </pc:sldMkLst>
      </pc:sldChg>
    </pc:docChg>
  </pc:docChgLst>
  <pc:docChgLst>
    <pc:chgData name="Gopal Sonune" userId="a84d000b-e407-4958-bec6-a75de855f8bf" providerId="ADAL" clId="{75CF20B7-B0F5-493E-BE22-AC5ADE74EBAA}"/>
    <pc:docChg chg="undo custSel addSld delSld modSld sldOrd addSection modSection">
      <pc:chgData name="Gopal Sonune" userId="a84d000b-e407-4958-bec6-a75de855f8bf" providerId="ADAL" clId="{75CF20B7-B0F5-493E-BE22-AC5ADE74EBAA}" dt="2022-05-04T05:43:45.283" v="5522" actId="17846"/>
      <pc:docMkLst>
        <pc:docMk/>
      </pc:docMkLst>
      <pc:sldChg chg="modSp new mod">
        <pc:chgData name="Gopal Sonune" userId="a84d000b-e407-4958-bec6-a75de855f8bf" providerId="ADAL" clId="{75CF20B7-B0F5-493E-BE22-AC5ADE74EBAA}" dt="2022-04-19T12:13:41.825" v="95" actId="20577"/>
        <pc:sldMkLst>
          <pc:docMk/>
          <pc:sldMk cId="263435520" sldId="256"/>
        </pc:sldMkLst>
        <pc:spChg chg="mod">
          <ac:chgData name="Gopal Sonune" userId="a84d000b-e407-4958-bec6-a75de855f8bf" providerId="ADAL" clId="{75CF20B7-B0F5-493E-BE22-AC5ADE74EBAA}" dt="2022-04-19T12:13:41.825" v="95" actId="20577"/>
          <ac:spMkLst>
            <pc:docMk/>
            <pc:sldMk cId="263435520" sldId="256"/>
            <ac:spMk id="2" creationId="{44771A0D-22B8-4146-B2B1-918CB158C069}"/>
          </ac:spMkLst>
        </pc:spChg>
        <pc:spChg chg="mod">
          <ac:chgData name="Gopal Sonune" userId="a84d000b-e407-4958-bec6-a75de855f8bf" providerId="ADAL" clId="{75CF20B7-B0F5-493E-BE22-AC5ADE74EBAA}" dt="2022-04-19T12:12:20.270" v="92" actId="114"/>
          <ac:spMkLst>
            <pc:docMk/>
            <pc:sldMk cId="263435520" sldId="256"/>
            <ac:spMk id="3" creationId="{88B05B46-38CB-48AB-9D9C-EB54B5F07267}"/>
          </ac:spMkLst>
        </pc:spChg>
      </pc:sldChg>
      <pc:sldChg chg="modSp new mod">
        <pc:chgData name="Gopal Sonune" userId="a84d000b-e407-4958-bec6-a75de855f8bf" providerId="ADAL" clId="{75CF20B7-B0F5-493E-BE22-AC5ADE74EBAA}" dt="2022-04-20T01:09:24.275" v="859" actId="1076"/>
        <pc:sldMkLst>
          <pc:docMk/>
          <pc:sldMk cId="1481722409" sldId="257"/>
        </pc:sldMkLst>
        <pc:spChg chg="mod">
          <ac:chgData name="Gopal Sonune" userId="a84d000b-e407-4958-bec6-a75de855f8bf" providerId="ADAL" clId="{75CF20B7-B0F5-493E-BE22-AC5ADE74EBAA}" dt="2022-04-20T01:09:24.275" v="859" actId="1076"/>
          <ac:spMkLst>
            <pc:docMk/>
            <pc:sldMk cId="1481722409" sldId="257"/>
            <ac:spMk id="2" creationId="{CCABD39B-993B-4FA9-A9D7-A49D7CFC1BEF}"/>
          </ac:spMkLst>
        </pc:spChg>
        <pc:spChg chg="mod">
          <ac:chgData name="Gopal Sonune" userId="a84d000b-e407-4958-bec6-a75de855f8bf" providerId="ADAL" clId="{75CF20B7-B0F5-493E-BE22-AC5ADE74EBAA}" dt="2022-04-20T01:03:25.617" v="606" actId="20577"/>
          <ac:spMkLst>
            <pc:docMk/>
            <pc:sldMk cId="1481722409" sldId="257"/>
            <ac:spMk id="3" creationId="{BD8F3C91-ECE8-4D37-9FD7-8490C5F511DB}"/>
          </ac:spMkLst>
        </pc:spChg>
      </pc:sldChg>
      <pc:sldChg chg="modSp add mod">
        <pc:chgData name="Gopal Sonune" userId="a84d000b-e407-4958-bec6-a75de855f8bf" providerId="ADAL" clId="{75CF20B7-B0F5-493E-BE22-AC5ADE74EBAA}" dt="2022-04-20T01:14:48.104" v="988" actId="1076"/>
        <pc:sldMkLst>
          <pc:docMk/>
          <pc:sldMk cId="3348115992" sldId="258"/>
        </pc:sldMkLst>
        <pc:spChg chg="mod">
          <ac:chgData name="Gopal Sonune" userId="a84d000b-e407-4958-bec6-a75de855f8bf" providerId="ADAL" clId="{75CF20B7-B0F5-493E-BE22-AC5ADE74EBAA}" dt="2022-04-20T01:09:19.731" v="858" actId="1076"/>
          <ac:spMkLst>
            <pc:docMk/>
            <pc:sldMk cId="3348115992" sldId="258"/>
            <ac:spMk id="2" creationId="{CCABD39B-993B-4FA9-A9D7-A49D7CFC1BEF}"/>
          </ac:spMkLst>
        </pc:spChg>
        <pc:spChg chg="mod">
          <ac:chgData name="Gopal Sonune" userId="a84d000b-e407-4958-bec6-a75de855f8bf" providerId="ADAL" clId="{75CF20B7-B0F5-493E-BE22-AC5ADE74EBAA}" dt="2022-04-20T01:14:48.104" v="988" actId="1076"/>
          <ac:spMkLst>
            <pc:docMk/>
            <pc:sldMk cId="3348115992" sldId="258"/>
            <ac:spMk id="3" creationId="{BD8F3C91-ECE8-4D37-9FD7-8490C5F511DB}"/>
          </ac:spMkLst>
        </pc:spChg>
      </pc:sldChg>
      <pc:sldChg chg="new del">
        <pc:chgData name="Gopal Sonune" userId="a84d000b-e407-4958-bec6-a75de855f8bf" providerId="ADAL" clId="{75CF20B7-B0F5-493E-BE22-AC5ADE74EBAA}" dt="2022-04-20T01:03:39.226" v="608" actId="680"/>
        <pc:sldMkLst>
          <pc:docMk/>
          <pc:sldMk cId="3357727781" sldId="258"/>
        </pc:sldMkLst>
      </pc:sldChg>
      <pc:sldChg chg="modSp add mod">
        <pc:chgData name="Gopal Sonune" userId="a84d000b-e407-4958-bec6-a75de855f8bf" providerId="ADAL" clId="{75CF20B7-B0F5-493E-BE22-AC5ADE74EBAA}" dt="2022-04-20T01:30:47.005" v="1199" actId="27636"/>
        <pc:sldMkLst>
          <pc:docMk/>
          <pc:sldMk cId="2004023798" sldId="259"/>
        </pc:sldMkLst>
        <pc:spChg chg="mod">
          <ac:chgData name="Gopal Sonune" userId="a84d000b-e407-4958-bec6-a75de855f8bf" providerId="ADAL" clId="{75CF20B7-B0F5-493E-BE22-AC5ADE74EBAA}" dt="2022-04-20T01:30:47.005" v="1199" actId="27636"/>
          <ac:spMkLst>
            <pc:docMk/>
            <pc:sldMk cId="2004023798" sldId="259"/>
            <ac:spMk id="3" creationId="{BD8F3C91-ECE8-4D37-9FD7-8490C5F511DB}"/>
          </ac:spMkLst>
        </pc:spChg>
      </pc:sldChg>
      <pc:sldChg chg="modSp add mod">
        <pc:chgData name="Gopal Sonune" userId="a84d000b-e407-4958-bec6-a75de855f8bf" providerId="ADAL" clId="{75CF20B7-B0F5-493E-BE22-AC5ADE74EBAA}" dt="2022-04-20T01:32:53.014" v="1206" actId="5793"/>
        <pc:sldMkLst>
          <pc:docMk/>
          <pc:sldMk cId="1201685466" sldId="260"/>
        </pc:sldMkLst>
        <pc:spChg chg="mod">
          <ac:chgData name="Gopal Sonune" userId="a84d000b-e407-4958-bec6-a75de855f8bf" providerId="ADAL" clId="{75CF20B7-B0F5-493E-BE22-AC5ADE74EBAA}" dt="2022-04-20T01:32:53.014" v="1206" actId="5793"/>
          <ac:spMkLst>
            <pc:docMk/>
            <pc:sldMk cId="1201685466" sldId="260"/>
            <ac:spMk id="3" creationId="{BD8F3C91-ECE8-4D37-9FD7-8490C5F511DB}"/>
          </ac:spMkLst>
        </pc:spChg>
      </pc:sldChg>
      <pc:sldChg chg="addSp delSp modSp add mod">
        <pc:chgData name="Gopal Sonune" userId="a84d000b-e407-4958-bec6-a75de855f8bf" providerId="ADAL" clId="{75CF20B7-B0F5-493E-BE22-AC5ADE74EBAA}" dt="2022-04-20T01:50:12.479" v="1211" actId="14100"/>
        <pc:sldMkLst>
          <pc:docMk/>
          <pc:sldMk cId="1066147392" sldId="261"/>
        </pc:sldMkLst>
        <pc:spChg chg="del">
          <ac:chgData name="Gopal Sonune" userId="a84d000b-e407-4958-bec6-a75de855f8bf" providerId="ADAL" clId="{75CF20B7-B0F5-493E-BE22-AC5ADE74EBAA}" dt="2022-04-20T01:49:59.661" v="1208" actId="478"/>
          <ac:spMkLst>
            <pc:docMk/>
            <pc:sldMk cId="1066147392" sldId="261"/>
            <ac:spMk id="3" creationId="{BD8F3C91-ECE8-4D37-9FD7-8490C5F511DB}"/>
          </ac:spMkLst>
        </pc:spChg>
        <pc:spChg chg="add del mod">
          <ac:chgData name="Gopal Sonune" userId="a84d000b-e407-4958-bec6-a75de855f8bf" providerId="ADAL" clId="{75CF20B7-B0F5-493E-BE22-AC5ADE74EBAA}" dt="2022-04-20T01:50:04.360" v="1209"/>
          <ac:spMkLst>
            <pc:docMk/>
            <pc:sldMk cId="1066147392" sldId="261"/>
            <ac:spMk id="5" creationId="{C58A8257-7023-4BAF-B488-0D2CC5FB02D1}"/>
          </ac:spMkLst>
        </pc:spChg>
        <pc:picChg chg="add mod">
          <ac:chgData name="Gopal Sonune" userId="a84d000b-e407-4958-bec6-a75de855f8bf" providerId="ADAL" clId="{75CF20B7-B0F5-493E-BE22-AC5ADE74EBAA}" dt="2022-04-20T01:50:12.479" v="1211" actId="14100"/>
          <ac:picMkLst>
            <pc:docMk/>
            <pc:sldMk cId="1066147392" sldId="261"/>
            <ac:picMk id="6" creationId="{7D07E36F-6BC6-4768-84EB-F7A5839C0DEF}"/>
          </ac:picMkLst>
        </pc:picChg>
      </pc:sldChg>
      <pc:sldChg chg="addSp delSp modSp add mod ord modAnim">
        <pc:chgData name="Gopal Sonune" userId="a84d000b-e407-4958-bec6-a75de855f8bf" providerId="ADAL" clId="{75CF20B7-B0F5-493E-BE22-AC5ADE74EBAA}" dt="2022-04-22T07:18:30.294" v="1596"/>
        <pc:sldMkLst>
          <pc:docMk/>
          <pc:sldMk cId="1126082744" sldId="266"/>
        </pc:sldMkLst>
        <pc:spChg chg="mod">
          <ac:chgData name="Gopal Sonune" userId="a84d000b-e407-4958-bec6-a75de855f8bf" providerId="ADAL" clId="{75CF20B7-B0F5-493E-BE22-AC5ADE74EBAA}" dt="2022-04-22T05:26:26.271" v="1216" actId="6549"/>
          <ac:spMkLst>
            <pc:docMk/>
            <pc:sldMk cId="1126082744" sldId="266"/>
            <ac:spMk id="3" creationId="{BD8F3C91-ECE8-4D37-9FD7-8490C5F511DB}"/>
          </ac:spMkLst>
        </pc:spChg>
        <pc:picChg chg="add del mod modCrop">
          <ac:chgData name="Gopal Sonune" userId="a84d000b-e407-4958-bec6-a75de855f8bf" providerId="ADAL" clId="{75CF20B7-B0F5-493E-BE22-AC5ADE74EBAA}" dt="2022-04-22T06:03:04.364" v="1268" actId="478"/>
          <ac:picMkLst>
            <pc:docMk/>
            <pc:sldMk cId="1126082744" sldId="266"/>
            <ac:picMk id="4" creationId="{01ED12BA-2169-4459-9A8F-AF6F897E1BF2}"/>
          </ac:picMkLst>
        </pc:picChg>
        <pc:picChg chg="add mod modCrop">
          <ac:chgData name="Gopal Sonune" userId="a84d000b-e407-4958-bec6-a75de855f8bf" providerId="ADAL" clId="{75CF20B7-B0F5-493E-BE22-AC5ADE74EBAA}" dt="2022-04-22T07:09:10.070" v="1591"/>
          <ac:picMkLst>
            <pc:docMk/>
            <pc:sldMk cId="1126082744" sldId="266"/>
            <ac:picMk id="5" creationId="{B4083DCA-50DB-481C-AF3A-5D1BA388865C}"/>
          </ac:picMkLst>
        </pc:picChg>
        <pc:picChg chg="del">
          <ac:chgData name="Gopal Sonune" userId="a84d000b-e407-4958-bec6-a75de855f8bf" providerId="ADAL" clId="{75CF20B7-B0F5-493E-BE22-AC5ADE74EBAA}" dt="2022-04-22T05:25:48.828" v="1213" actId="478"/>
          <ac:picMkLst>
            <pc:docMk/>
            <pc:sldMk cId="1126082744" sldId="266"/>
            <ac:picMk id="6" creationId="{C76D31A4-992F-4096-9705-68FFFE38388D}"/>
          </ac:picMkLst>
        </pc:picChg>
      </pc:sldChg>
      <pc:sldChg chg="addSp delSp modSp add mod modAnim">
        <pc:chgData name="Gopal Sonune" userId="a84d000b-e407-4958-bec6-a75de855f8bf" providerId="ADAL" clId="{75CF20B7-B0F5-493E-BE22-AC5ADE74EBAA}" dt="2022-04-26T11:01:36.611" v="3190" actId="732"/>
        <pc:sldMkLst>
          <pc:docMk/>
          <pc:sldMk cId="3391590196" sldId="267"/>
        </pc:sldMkLst>
        <pc:spChg chg="mod">
          <ac:chgData name="Gopal Sonune" userId="a84d000b-e407-4958-bec6-a75de855f8bf" providerId="ADAL" clId="{75CF20B7-B0F5-493E-BE22-AC5ADE74EBAA}" dt="2022-04-22T06:00:49.175" v="1233" actId="20577"/>
          <ac:spMkLst>
            <pc:docMk/>
            <pc:sldMk cId="3391590196" sldId="267"/>
            <ac:spMk id="2" creationId="{CCABD39B-993B-4FA9-A9D7-A49D7CFC1BEF}"/>
          </ac:spMkLst>
        </pc:spChg>
        <pc:spChg chg="del mod">
          <ac:chgData name="Gopal Sonune" userId="a84d000b-e407-4958-bec6-a75de855f8bf" providerId="ADAL" clId="{75CF20B7-B0F5-493E-BE22-AC5ADE74EBAA}" dt="2022-04-22T06:01:57.346" v="1254" actId="478"/>
          <ac:spMkLst>
            <pc:docMk/>
            <pc:sldMk cId="3391590196" sldId="267"/>
            <ac:spMk id="3" creationId="{BD8F3C91-ECE8-4D37-9FD7-8490C5F511DB}"/>
          </ac:spMkLst>
        </pc:spChg>
        <pc:spChg chg="add del mod">
          <ac:chgData name="Gopal Sonune" userId="a84d000b-e407-4958-bec6-a75de855f8bf" providerId="ADAL" clId="{75CF20B7-B0F5-493E-BE22-AC5ADE74EBAA}" dt="2022-04-26T10:59:01.173" v="3177" actId="478"/>
          <ac:spMkLst>
            <pc:docMk/>
            <pc:sldMk cId="3391590196" sldId="267"/>
            <ac:spMk id="3" creationId="{F24EB6C5-F009-4C15-8968-8808C6AB27B4}"/>
          </ac:spMkLst>
        </pc:spChg>
        <pc:spChg chg="add">
          <ac:chgData name="Gopal Sonune" userId="a84d000b-e407-4958-bec6-a75de855f8bf" providerId="ADAL" clId="{75CF20B7-B0F5-493E-BE22-AC5ADE74EBAA}" dt="2022-04-22T06:01:19.414" v="1246"/>
          <ac:spMkLst>
            <pc:docMk/>
            <pc:sldMk cId="3391590196" sldId="267"/>
            <ac:spMk id="4" creationId="{8A78FC06-52A7-4C38-9C08-09D279AB6BEC}"/>
          </ac:spMkLst>
        </pc:spChg>
        <pc:spChg chg="add del mod">
          <ac:chgData name="Gopal Sonune" userId="a84d000b-e407-4958-bec6-a75de855f8bf" providerId="ADAL" clId="{75CF20B7-B0F5-493E-BE22-AC5ADE74EBAA}" dt="2022-04-22T06:01:57.346" v="1254" actId="478"/>
          <ac:spMkLst>
            <pc:docMk/>
            <pc:sldMk cId="3391590196" sldId="267"/>
            <ac:spMk id="5" creationId="{6F286026-4F45-4840-8F76-54878F73FDD5}"/>
          </ac:spMkLst>
        </pc:spChg>
        <pc:spChg chg="add del mod">
          <ac:chgData name="Gopal Sonune" userId="a84d000b-e407-4958-bec6-a75de855f8bf" providerId="ADAL" clId="{75CF20B7-B0F5-493E-BE22-AC5ADE74EBAA}" dt="2022-04-26T10:59:03.990" v="3178" actId="478"/>
          <ac:spMkLst>
            <pc:docMk/>
            <pc:sldMk cId="3391590196" sldId="267"/>
            <ac:spMk id="5" creationId="{C822BF07-54C3-4A1E-8DAA-CE85EE8012ED}"/>
          </ac:spMkLst>
        </pc:spChg>
        <pc:spChg chg="add del mod">
          <ac:chgData name="Gopal Sonune" userId="a84d000b-e407-4958-bec6-a75de855f8bf" providerId="ADAL" clId="{75CF20B7-B0F5-493E-BE22-AC5ADE74EBAA}" dt="2022-04-22T06:02:03.103" v="1255"/>
          <ac:spMkLst>
            <pc:docMk/>
            <pc:sldMk cId="3391590196" sldId="267"/>
            <ac:spMk id="6" creationId="{C3AE15A6-81F8-47AF-891A-B674D9D50F4C}"/>
          </ac:spMkLst>
        </pc:spChg>
        <pc:grpChg chg="add mod">
          <ac:chgData name="Gopal Sonune" userId="a84d000b-e407-4958-bec6-a75de855f8bf" providerId="ADAL" clId="{75CF20B7-B0F5-493E-BE22-AC5ADE74EBAA}" dt="2022-04-26T10:58:18.036" v="3175" actId="164"/>
          <ac:grpSpMkLst>
            <pc:docMk/>
            <pc:sldMk cId="3391590196" sldId="267"/>
            <ac:grpSpMk id="6" creationId="{FE4B38A8-F9B9-481A-9A82-8ECB8E3404BF}"/>
          </ac:grpSpMkLst>
        </pc:grpChg>
        <pc:picChg chg="add mod modCrop">
          <ac:chgData name="Gopal Sonune" userId="a84d000b-e407-4958-bec6-a75de855f8bf" providerId="ADAL" clId="{75CF20B7-B0F5-493E-BE22-AC5ADE74EBAA}" dt="2022-04-26T11:01:36.611" v="3190" actId="732"/>
          <ac:picMkLst>
            <pc:docMk/>
            <pc:sldMk cId="3391590196" sldId="267"/>
            <ac:picMk id="7" creationId="{CDFF3A47-B4D7-4D82-BBC2-AD69FCCD6851}"/>
          </ac:picMkLst>
        </pc:picChg>
        <pc:picChg chg="add mod">
          <ac:chgData name="Gopal Sonune" userId="a84d000b-e407-4958-bec6-a75de855f8bf" providerId="ADAL" clId="{75CF20B7-B0F5-493E-BE22-AC5ADE74EBAA}" dt="2022-04-26T10:59:42.497" v="3186" actId="14100"/>
          <ac:picMkLst>
            <pc:docMk/>
            <pc:sldMk cId="3391590196" sldId="267"/>
            <ac:picMk id="9" creationId="{9149AB03-EB68-4B3F-B0AF-25FE84152814}"/>
          </ac:picMkLst>
        </pc:picChg>
      </pc:sldChg>
      <pc:sldChg chg="delSp modSp add mod ord">
        <pc:chgData name="Gopal Sonune" userId="a84d000b-e407-4958-bec6-a75de855f8bf" providerId="ADAL" clId="{75CF20B7-B0F5-493E-BE22-AC5ADE74EBAA}" dt="2022-04-26T04:44:44.879" v="1598"/>
        <pc:sldMkLst>
          <pc:docMk/>
          <pc:sldMk cId="1829810323" sldId="268"/>
        </pc:sldMkLst>
        <pc:picChg chg="mod">
          <ac:chgData name="Gopal Sonune" userId="a84d000b-e407-4958-bec6-a75de855f8bf" providerId="ADAL" clId="{75CF20B7-B0F5-493E-BE22-AC5ADE74EBAA}" dt="2022-04-22T07:09:18.859" v="1592"/>
          <ac:picMkLst>
            <pc:docMk/>
            <pc:sldMk cId="1829810323" sldId="268"/>
            <ac:picMk id="4" creationId="{01ED12BA-2169-4459-9A8F-AF6F897E1BF2}"/>
          </ac:picMkLst>
        </pc:picChg>
        <pc:picChg chg="del">
          <ac:chgData name="Gopal Sonune" userId="a84d000b-e407-4958-bec6-a75de855f8bf" providerId="ADAL" clId="{75CF20B7-B0F5-493E-BE22-AC5ADE74EBAA}" dt="2022-04-22T06:03:19.001" v="1273" actId="478"/>
          <ac:picMkLst>
            <pc:docMk/>
            <pc:sldMk cId="1829810323" sldId="268"/>
            <ac:picMk id="5" creationId="{B4083DCA-50DB-481C-AF3A-5D1BA388865C}"/>
          </ac:picMkLst>
        </pc:picChg>
      </pc:sldChg>
      <pc:sldChg chg="addSp delSp modSp add mod ord modAnim">
        <pc:chgData name="Gopal Sonune" userId="a84d000b-e407-4958-bec6-a75de855f8bf" providerId="ADAL" clId="{75CF20B7-B0F5-493E-BE22-AC5ADE74EBAA}" dt="2022-04-22T07:18:23.648" v="1594"/>
        <pc:sldMkLst>
          <pc:docMk/>
          <pc:sldMk cId="4121131902" sldId="269"/>
        </pc:sldMkLst>
        <pc:spChg chg="mod">
          <ac:chgData name="Gopal Sonune" userId="a84d000b-e407-4958-bec6-a75de855f8bf" providerId="ADAL" clId="{75CF20B7-B0F5-493E-BE22-AC5ADE74EBAA}" dt="2022-04-22T07:07:19.176" v="1580" actId="14100"/>
          <ac:spMkLst>
            <pc:docMk/>
            <pc:sldMk cId="4121131902" sldId="269"/>
            <ac:spMk id="2" creationId="{CCABD39B-993B-4FA9-A9D7-A49D7CFC1BEF}"/>
          </ac:spMkLst>
        </pc:spChg>
        <pc:spChg chg="mod">
          <ac:chgData name="Gopal Sonune" userId="a84d000b-e407-4958-bec6-a75de855f8bf" providerId="ADAL" clId="{75CF20B7-B0F5-493E-BE22-AC5ADE74EBAA}" dt="2022-04-22T06:59:32.579" v="1455" actId="1076"/>
          <ac:spMkLst>
            <pc:docMk/>
            <pc:sldMk cId="4121131902" sldId="269"/>
            <ac:spMk id="3" creationId="{BD8F3C91-ECE8-4D37-9FD7-8490C5F511DB}"/>
          </ac:spMkLst>
        </pc:spChg>
        <pc:spChg chg="add mod">
          <ac:chgData name="Gopal Sonune" userId="a84d000b-e407-4958-bec6-a75de855f8bf" providerId="ADAL" clId="{75CF20B7-B0F5-493E-BE22-AC5ADE74EBAA}" dt="2022-04-22T07:06:45.547" v="1575" actId="13822"/>
          <ac:spMkLst>
            <pc:docMk/>
            <pc:sldMk cId="4121131902" sldId="269"/>
            <ac:spMk id="6" creationId="{CD71CB55-9019-436D-B1E1-F5CD06660A8B}"/>
          </ac:spMkLst>
        </pc:spChg>
        <pc:spChg chg="add mod">
          <ac:chgData name="Gopal Sonune" userId="a84d000b-e407-4958-bec6-a75de855f8bf" providerId="ADAL" clId="{75CF20B7-B0F5-493E-BE22-AC5ADE74EBAA}" dt="2022-04-22T07:07:44.719" v="1581" actId="1076"/>
          <ac:spMkLst>
            <pc:docMk/>
            <pc:sldMk cId="4121131902" sldId="269"/>
            <ac:spMk id="7" creationId="{C3960909-2D8F-40AA-9FB3-762081E0E39B}"/>
          </ac:spMkLst>
        </pc:spChg>
        <pc:picChg chg="del">
          <ac:chgData name="Gopal Sonune" userId="a84d000b-e407-4958-bec6-a75de855f8bf" providerId="ADAL" clId="{75CF20B7-B0F5-493E-BE22-AC5ADE74EBAA}" dt="2022-04-22T06:03:41.413" v="1278" actId="478"/>
          <ac:picMkLst>
            <pc:docMk/>
            <pc:sldMk cId="4121131902" sldId="269"/>
            <ac:picMk id="4" creationId="{01ED12BA-2169-4459-9A8F-AF6F897E1BF2}"/>
          </ac:picMkLst>
        </pc:picChg>
        <pc:picChg chg="add mod">
          <ac:chgData name="Gopal Sonune" userId="a84d000b-e407-4958-bec6-a75de855f8bf" providerId="ADAL" clId="{75CF20B7-B0F5-493E-BE22-AC5ADE74EBAA}" dt="2022-04-22T07:07:06.138" v="1578" actId="1076"/>
          <ac:picMkLst>
            <pc:docMk/>
            <pc:sldMk cId="4121131902" sldId="269"/>
            <ac:picMk id="5" creationId="{46EB74B2-6451-48DF-BF9A-21A5A900129D}"/>
          </ac:picMkLst>
        </pc:picChg>
      </pc:sldChg>
      <pc:sldChg chg="modSp add mod ord">
        <pc:chgData name="Gopal Sonune" userId="a84d000b-e407-4958-bec6-a75de855f8bf" providerId="ADAL" clId="{75CF20B7-B0F5-493E-BE22-AC5ADE74EBAA}" dt="2022-04-26T05:18:39.457" v="2363" actId="21"/>
        <pc:sldMkLst>
          <pc:docMk/>
          <pc:sldMk cId="737828343" sldId="270"/>
        </pc:sldMkLst>
        <pc:spChg chg="mod">
          <ac:chgData name="Gopal Sonune" userId="a84d000b-e407-4958-bec6-a75de855f8bf" providerId="ADAL" clId="{75CF20B7-B0F5-493E-BE22-AC5ADE74EBAA}" dt="2022-04-26T04:45:16.301" v="1615" actId="20577"/>
          <ac:spMkLst>
            <pc:docMk/>
            <pc:sldMk cId="737828343" sldId="270"/>
            <ac:spMk id="2" creationId="{CCABD39B-993B-4FA9-A9D7-A49D7CFC1BEF}"/>
          </ac:spMkLst>
        </pc:spChg>
        <pc:spChg chg="mod">
          <ac:chgData name="Gopal Sonune" userId="a84d000b-e407-4958-bec6-a75de855f8bf" providerId="ADAL" clId="{75CF20B7-B0F5-493E-BE22-AC5ADE74EBAA}" dt="2022-04-26T05:18:39.457" v="2363" actId="21"/>
          <ac:spMkLst>
            <pc:docMk/>
            <pc:sldMk cId="737828343" sldId="270"/>
            <ac:spMk id="3" creationId="{BD8F3C91-ECE8-4D37-9FD7-8490C5F511DB}"/>
          </ac:spMkLst>
        </pc:spChg>
      </pc:sldChg>
      <pc:sldChg chg="modSp add mod">
        <pc:chgData name="Gopal Sonune" userId="a84d000b-e407-4958-bec6-a75de855f8bf" providerId="ADAL" clId="{75CF20B7-B0F5-493E-BE22-AC5ADE74EBAA}" dt="2022-04-26T05:18:47.850" v="2368" actId="27636"/>
        <pc:sldMkLst>
          <pc:docMk/>
          <pc:sldMk cId="2342628948" sldId="271"/>
        </pc:sldMkLst>
        <pc:spChg chg="mod">
          <ac:chgData name="Gopal Sonune" userId="a84d000b-e407-4958-bec6-a75de855f8bf" providerId="ADAL" clId="{75CF20B7-B0F5-493E-BE22-AC5ADE74EBAA}" dt="2022-04-26T05:18:47.850" v="2368" actId="27636"/>
          <ac:spMkLst>
            <pc:docMk/>
            <pc:sldMk cId="2342628948" sldId="271"/>
            <ac:spMk id="3" creationId="{BD8F3C91-ECE8-4D37-9FD7-8490C5F511DB}"/>
          </ac:spMkLst>
        </pc:spChg>
      </pc:sldChg>
      <pc:sldChg chg="modSp add mod">
        <pc:chgData name="Gopal Sonune" userId="a84d000b-e407-4958-bec6-a75de855f8bf" providerId="ADAL" clId="{75CF20B7-B0F5-493E-BE22-AC5ADE74EBAA}" dt="2022-04-26T05:26:41.932" v="2621" actId="20577"/>
        <pc:sldMkLst>
          <pc:docMk/>
          <pc:sldMk cId="2055187985" sldId="272"/>
        </pc:sldMkLst>
        <pc:spChg chg="mod">
          <ac:chgData name="Gopal Sonune" userId="a84d000b-e407-4958-bec6-a75de855f8bf" providerId="ADAL" clId="{75CF20B7-B0F5-493E-BE22-AC5ADE74EBAA}" dt="2022-04-26T05:26:41.932" v="2621" actId="20577"/>
          <ac:spMkLst>
            <pc:docMk/>
            <pc:sldMk cId="2055187985" sldId="272"/>
            <ac:spMk id="3" creationId="{BD8F3C91-ECE8-4D37-9FD7-8490C5F511DB}"/>
          </ac:spMkLst>
        </pc:spChg>
      </pc:sldChg>
      <pc:sldChg chg="add">
        <pc:chgData name="Gopal Sonune" userId="a84d000b-e407-4958-bec6-a75de855f8bf" providerId="ADAL" clId="{75CF20B7-B0F5-493E-BE22-AC5ADE74EBAA}" dt="2022-04-26T05:28:24.085" v="2622" actId="2890"/>
        <pc:sldMkLst>
          <pc:docMk/>
          <pc:sldMk cId="2343616564" sldId="273"/>
        </pc:sldMkLst>
      </pc:sldChg>
      <pc:sldChg chg="addSp modSp add mod">
        <pc:chgData name="Gopal Sonune" userId="a84d000b-e407-4958-bec6-a75de855f8bf" providerId="ADAL" clId="{75CF20B7-B0F5-493E-BE22-AC5ADE74EBAA}" dt="2022-04-26T05:35:59.396" v="2815" actId="403"/>
        <pc:sldMkLst>
          <pc:docMk/>
          <pc:sldMk cId="2529318165" sldId="274"/>
        </pc:sldMkLst>
        <pc:spChg chg="mod">
          <ac:chgData name="Gopal Sonune" userId="a84d000b-e407-4958-bec6-a75de855f8bf" providerId="ADAL" clId="{75CF20B7-B0F5-493E-BE22-AC5ADE74EBAA}" dt="2022-04-26T05:34:12.142" v="2800" actId="20577"/>
          <ac:spMkLst>
            <pc:docMk/>
            <pc:sldMk cId="2529318165" sldId="274"/>
            <ac:spMk id="3" creationId="{BD8F3C91-ECE8-4D37-9FD7-8490C5F511DB}"/>
          </ac:spMkLst>
        </pc:spChg>
        <pc:graphicFrameChg chg="add mod modGraphic">
          <ac:chgData name="Gopal Sonune" userId="a84d000b-e407-4958-bec6-a75de855f8bf" providerId="ADAL" clId="{75CF20B7-B0F5-493E-BE22-AC5ADE74EBAA}" dt="2022-04-26T05:35:59.396" v="2815" actId="403"/>
          <ac:graphicFrameMkLst>
            <pc:docMk/>
            <pc:sldMk cId="2529318165" sldId="274"/>
            <ac:graphicFrameMk id="4" creationId="{BCAE3609-7493-403C-8593-66680E685769}"/>
          </ac:graphicFrameMkLst>
        </pc:graphicFrameChg>
      </pc:sldChg>
      <pc:sldChg chg="addSp modSp add mod modAnim">
        <pc:chgData name="Gopal Sonune" userId="a84d000b-e407-4958-bec6-a75de855f8bf" providerId="ADAL" clId="{75CF20B7-B0F5-493E-BE22-AC5ADE74EBAA}" dt="2022-04-26T08:04:16.791" v="3102" actId="20577"/>
        <pc:sldMkLst>
          <pc:docMk/>
          <pc:sldMk cId="4275436918" sldId="275"/>
        </pc:sldMkLst>
        <pc:spChg chg="mod">
          <ac:chgData name="Gopal Sonune" userId="a84d000b-e407-4958-bec6-a75de855f8bf" providerId="ADAL" clId="{75CF20B7-B0F5-493E-BE22-AC5ADE74EBAA}" dt="2022-04-26T05:41:50.698" v="2883" actId="1076"/>
          <ac:spMkLst>
            <pc:docMk/>
            <pc:sldMk cId="4275436918" sldId="275"/>
            <ac:spMk id="3" creationId="{BD8F3C91-ECE8-4D37-9FD7-8490C5F511DB}"/>
          </ac:spMkLst>
        </pc:spChg>
        <pc:spChg chg="add mod">
          <ac:chgData name="Gopal Sonune" userId="a84d000b-e407-4958-bec6-a75de855f8bf" providerId="ADAL" clId="{75CF20B7-B0F5-493E-BE22-AC5ADE74EBAA}" dt="2022-04-26T05:41:44.089" v="2882" actId="1076"/>
          <ac:spMkLst>
            <pc:docMk/>
            <pc:sldMk cId="4275436918" sldId="275"/>
            <ac:spMk id="11" creationId="{E46135C8-47C9-4A5B-8236-411D2278C707}"/>
          </ac:spMkLst>
        </pc:spChg>
        <pc:spChg chg="add mod">
          <ac:chgData name="Gopal Sonune" userId="a84d000b-e407-4958-bec6-a75de855f8bf" providerId="ADAL" clId="{75CF20B7-B0F5-493E-BE22-AC5ADE74EBAA}" dt="2022-04-26T05:41:44.089" v="2882" actId="1076"/>
          <ac:spMkLst>
            <pc:docMk/>
            <pc:sldMk cId="4275436918" sldId="275"/>
            <ac:spMk id="12" creationId="{33C9F0A3-7289-46AD-AE2E-4DB419A0E2F2}"/>
          </ac:spMkLst>
        </pc:spChg>
        <pc:spChg chg="add mod">
          <ac:chgData name="Gopal Sonune" userId="a84d000b-e407-4958-bec6-a75de855f8bf" providerId="ADAL" clId="{75CF20B7-B0F5-493E-BE22-AC5ADE74EBAA}" dt="2022-04-26T05:41:44.089" v="2882" actId="1076"/>
          <ac:spMkLst>
            <pc:docMk/>
            <pc:sldMk cId="4275436918" sldId="275"/>
            <ac:spMk id="17" creationId="{4DE84D5F-F3A1-41CC-B4B5-6CC25BCBCA3B}"/>
          </ac:spMkLst>
        </pc:spChg>
        <pc:spChg chg="add mod">
          <ac:chgData name="Gopal Sonune" userId="a84d000b-e407-4958-bec6-a75de855f8bf" providerId="ADAL" clId="{75CF20B7-B0F5-493E-BE22-AC5ADE74EBAA}" dt="2022-04-26T05:41:44.089" v="2882" actId="1076"/>
          <ac:spMkLst>
            <pc:docMk/>
            <pc:sldMk cId="4275436918" sldId="275"/>
            <ac:spMk id="18" creationId="{0B8C584F-E4EF-4210-8F43-0C3B32BA3B0C}"/>
          </ac:spMkLst>
        </pc:spChg>
        <pc:spChg chg="add mod">
          <ac:chgData name="Gopal Sonune" userId="a84d000b-e407-4958-bec6-a75de855f8bf" providerId="ADAL" clId="{75CF20B7-B0F5-493E-BE22-AC5ADE74EBAA}" dt="2022-04-26T05:40:34.489" v="2872" actId="1076"/>
          <ac:spMkLst>
            <pc:docMk/>
            <pc:sldMk cId="4275436918" sldId="275"/>
            <ac:spMk id="19" creationId="{1A357AE4-D3E8-4966-B1D7-F7916FD5279E}"/>
          </ac:spMkLst>
        </pc:spChg>
        <pc:spChg chg="add mod">
          <ac:chgData name="Gopal Sonune" userId="a84d000b-e407-4958-bec6-a75de855f8bf" providerId="ADAL" clId="{75CF20B7-B0F5-493E-BE22-AC5ADE74EBAA}" dt="2022-04-26T05:42:29.248" v="2887" actId="20577"/>
          <ac:spMkLst>
            <pc:docMk/>
            <pc:sldMk cId="4275436918" sldId="275"/>
            <ac:spMk id="24" creationId="{510E5527-5B1E-4E4D-9444-3E68E317BFF2}"/>
          </ac:spMkLst>
        </pc:spChg>
        <pc:spChg chg="add mod">
          <ac:chgData name="Gopal Sonune" userId="a84d000b-e407-4958-bec6-a75de855f8bf" providerId="ADAL" clId="{75CF20B7-B0F5-493E-BE22-AC5ADE74EBAA}" dt="2022-04-26T05:42:33.491" v="2889" actId="20577"/>
          <ac:spMkLst>
            <pc:docMk/>
            <pc:sldMk cId="4275436918" sldId="275"/>
            <ac:spMk id="25" creationId="{E03D099E-ED4B-4416-9C83-BF393788E166}"/>
          </ac:spMkLst>
        </pc:spChg>
        <pc:spChg chg="add mod">
          <ac:chgData name="Gopal Sonune" userId="a84d000b-e407-4958-bec6-a75de855f8bf" providerId="ADAL" clId="{75CF20B7-B0F5-493E-BE22-AC5ADE74EBAA}" dt="2022-04-26T05:48:04.693" v="2949" actId="14100"/>
          <ac:spMkLst>
            <pc:docMk/>
            <pc:sldMk cId="4275436918" sldId="275"/>
            <ac:spMk id="26" creationId="{9E30EC6D-134C-49B9-AEFD-3B3EE1549ABA}"/>
          </ac:spMkLst>
        </pc:spChg>
        <pc:spChg chg="add mod">
          <ac:chgData name="Gopal Sonune" userId="a84d000b-e407-4958-bec6-a75de855f8bf" providerId="ADAL" clId="{75CF20B7-B0F5-493E-BE22-AC5ADE74EBAA}" dt="2022-04-26T05:45:57.221" v="2934" actId="13822"/>
          <ac:spMkLst>
            <pc:docMk/>
            <pc:sldMk cId="4275436918" sldId="275"/>
            <ac:spMk id="27" creationId="{FCEB602D-5F5A-4688-AA41-0F2B7A9B661F}"/>
          </ac:spMkLst>
        </pc:spChg>
        <pc:spChg chg="add mod">
          <ac:chgData name="Gopal Sonune" userId="a84d000b-e407-4958-bec6-a75de855f8bf" providerId="ADAL" clId="{75CF20B7-B0F5-493E-BE22-AC5ADE74EBAA}" dt="2022-04-26T05:46:50.693" v="2938" actId="20577"/>
          <ac:spMkLst>
            <pc:docMk/>
            <pc:sldMk cId="4275436918" sldId="275"/>
            <ac:spMk id="32" creationId="{C96555AB-F6F4-483F-92C1-329EF31B3E00}"/>
          </ac:spMkLst>
        </pc:spChg>
        <pc:spChg chg="add mod">
          <ac:chgData name="Gopal Sonune" userId="a84d000b-e407-4958-bec6-a75de855f8bf" providerId="ADAL" clId="{75CF20B7-B0F5-493E-BE22-AC5ADE74EBAA}" dt="2022-04-26T05:46:55.176" v="2940" actId="20577"/>
          <ac:spMkLst>
            <pc:docMk/>
            <pc:sldMk cId="4275436918" sldId="275"/>
            <ac:spMk id="33" creationId="{8EEFBED5-75F9-4111-A20D-E923EE76B2DA}"/>
          </ac:spMkLst>
        </pc:spChg>
        <pc:spChg chg="add mod">
          <ac:chgData name="Gopal Sonune" userId="a84d000b-e407-4958-bec6-a75de855f8bf" providerId="ADAL" clId="{75CF20B7-B0F5-493E-BE22-AC5ADE74EBAA}" dt="2022-04-26T05:46:45.662" v="2936" actId="1076"/>
          <ac:spMkLst>
            <pc:docMk/>
            <pc:sldMk cId="4275436918" sldId="275"/>
            <ac:spMk id="34" creationId="{75B4C457-F108-49B5-93D9-B3CE5DCF2E38}"/>
          </ac:spMkLst>
        </pc:spChg>
        <pc:spChg chg="add mod">
          <ac:chgData name="Gopal Sonune" userId="a84d000b-e407-4958-bec6-a75de855f8bf" providerId="ADAL" clId="{75CF20B7-B0F5-493E-BE22-AC5ADE74EBAA}" dt="2022-04-26T05:48:18.809" v="2955" actId="20577"/>
          <ac:spMkLst>
            <pc:docMk/>
            <pc:sldMk cId="4275436918" sldId="275"/>
            <ac:spMk id="35" creationId="{8DE808D8-600D-49B2-B3A9-C676651389C2}"/>
          </ac:spMkLst>
        </pc:spChg>
        <pc:graphicFrameChg chg="mod modGraphic">
          <ac:chgData name="Gopal Sonune" userId="a84d000b-e407-4958-bec6-a75de855f8bf" providerId="ADAL" clId="{75CF20B7-B0F5-493E-BE22-AC5ADE74EBAA}" dt="2022-04-26T05:41:44.089" v="2882" actId="1076"/>
          <ac:graphicFrameMkLst>
            <pc:docMk/>
            <pc:sldMk cId="4275436918" sldId="275"/>
            <ac:graphicFrameMk id="4" creationId="{BCAE3609-7493-403C-8593-66680E685769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5:41:44.089" v="2882" actId="1076"/>
          <ac:graphicFrameMkLst>
            <pc:docMk/>
            <pc:sldMk cId="4275436918" sldId="275"/>
            <ac:graphicFrameMk id="5" creationId="{4401D476-3930-4099-B1AC-08C0DFD4D6F9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5:41:44.089" v="2882" actId="1076"/>
          <ac:graphicFrameMkLst>
            <pc:docMk/>
            <pc:sldMk cId="4275436918" sldId="275"/>
            <ac:graphicFrameMk id="6" creationId="{728FAA2D-BFE0-4C13-BE36-B0FB2248E69B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5:41:44.089" v="2882" actId="1076"/>
          <ac:graphicFrameMkLst>
            <pc:docMk/>
            <pc:sldMk cId="4275436918" sldId="275"/>
            <ac:graphicFrameMk id="13" creationId="{7CF7A485-2F03-48CA-B4AB-F477879DF801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5:43:33.904" v="2906" actId="20577"/>
          <ac:graphicFrameMkLst>
            <pc:docMk/>
            <pc:sldMk cId="4275436918" sldId="275"/>
            <ac:graphicFrameMk id="14" creationId="{A6F0D724-4A0E-4814-8E7B-8C2E3B65442F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8:04:16.791" v="3102" actId="20577"/>
          <ac:graphicFrameMkLst>
            <pc:docMk/>
            <pc:sldMk cId="4275436918" sldId="275"/>
            <ac:graphicFrameMk id="20" creationId="{8789053B-BE4A-4D4A-B395-6E2E140B84CE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5:43:44.237" v="2910" actId="20577"/>
          <ac:graphicFrameMkLst>
            <pc:docMk/>
            <pc:sldMk cId="4275436918" sldId="275"/>
            <ac:graphicFrameMk id="21" creationId="{AAA5F4CF-D64F-4BDD-A6FD-BC7514F9BFAD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5:47:50.406" v="2948" actId="20577"/>
          <ac:graphicFrameMkLst>
            <pc:docMk/>
            <pc:sldMk cId="4275436918" sldId="275"/>
            <ac:graphicFrameMk id="28" creationId="{4D8D84A2-795E-4A92-9FDB-9FE9E2C99B6F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5:54:24.014" v="3001" actId="20577"/>
          <ac:graphicFrameMkLst>
            <pc:docMk/>
            <pc:sldMk cId="4275436918" sldId="275"/>
            <ac:graphicFrameMk id="29" creationId="{B223C8F5-D6C5-415B-8DA4-74CBC0785B9F}"/>
          </ac:graphicFrameMkLst>
        </pc:graphicFrameChg>
        <pc:cxnChg chg="add mod">
          <ac:chgData name="Gopal Sonune" userId="a84d000b-e407-4958-bec6-a75de855f8bf" providerId="ADAL" clId="{75CF20B7-B0F5-493E-BE22-AC5ADE74EBAA}" dt="2022-04-26T05:41:44.089" v="2882" actId="1076"/>
          <ac:cxnSpMkLst>
            <pc:docMk/>
            <pc:sldMk cId="4275436918" sldId="275"/>
            <ac:cxnSpMk id="8" creationId="{901B31BA-AC29-4A3F-9D60-B5DD7083A34F}"/>
          </ac:cxnSpMkLst>
        </pc:cxnChg>
        <pc:cxnChg chg="add mod">
          <ac:chgData name="Gopal Sonune" userId="a84d000b-e407-4958-bec6-a75de855f8bf" providerId="ADAL" clId="{75CF20B7-B0F5-493E-BE22-AC5ADE74EBAA}" dt="2022-04-26T05:41:44.089" v="2882" actId="1076"/>
          <ac:cxnSpMkLst>
            <pc:docMk/>
            <pc:sldMk cId="4275436918" sldId="275"/>
            <ac:cxnSpMk id="10" creationId="{E159E68B-61B4-4C93-8EFE-94D5D610BBC5}"/>
          </ac:cxnSpMkLst>
        </pc:cxnChg>
        <pc:cxnChg chg="add mod">
          <ac:chgData name="Gopal Sonune" userId="a84d000b-e407-4958-bec6-a75de855f8bf" providerId="ADAL" clId="{75CF20B7-B0F5-493E-BE22-AC5ADE74EBAA}" dt="2022-04-26T05:41:44.089" v="2882" actId="1076"/>
          <ac:cxnSpMkLst>
            <pc:docMk/>
            <pc:sldMk cId="4275436918" sldId="275"/>
            <ac:cxnSpMk id="15" creationId="{6DBD0E6E-B66D-43C6-B8D6-247A3F41A1F8}"/>
          </ac:cxnSpMkLst>
        </pc:cxnChg>
        <pc:cxnChg chg="add mod">
          <ac:chgData name="Gopal Sonune" userId="a84d000b-e407-4958-bec6-a75de855f8bf" providerId="ADAL" clId="{75CF20B7-B0F5-493E-BE22-AC5ADE74EBAA}" dt="2022-04-26T05:41:44.089" v="2882" actId="1076"/>
          <ac:cxnSpMkLst>
            <pc:docMk/>
            <pc:sldMk cId="4275436918" sldId="275"/>
            <ac:cxnSpMk id="16" creationId="{69880D9B-DBD2-4750-A21F-C6BBB2FF5696}"/>
          </ac:cxnSpMkLst>
        </pc:cxnChg>
        <pc:cxnChg chg="add mod">
          <ac:chgData name="Gopal Sonune" userId="a84d000b-e407-4958-bec6-a75de855f8bf" providerId="ADAL" clId="{75CF20B7-B0F5-493E-BE22-AC5ADE74EBAA}" dt="2022-04-26T05:42:24.942" v="2885" actId="1076"/>
          <ac:cxnSpMkLst>
            <pc:docMk/>
            <pc:sldMk cId="4275436918" sldId="275"/>
            <ac:cxnSpMk id="22" creationId="{0F61DAFF-9854-4921-A9C1-984ECFE448E4}"/>
          </ac:cxnSpMkLst>
        </pc:cxnChg>
        <pc:cxnChg chg="add mod">
          <ac:chgData name="Gopal Sonune" userId="a84d000b-e407-4958-bec6-a75de855f8bf" providerId="ADAL" clId="{75CF20B7-B0F5-493E-BE22-AC5ADE74EBAA}" dt="2022-04-26T05:42:24.942" v="2885" actId="1076"/>
          <ac:cxnSpMkLst>
            <pc:docMk/>
            <pc:sldMk cId="4275436918" sldId="275"/>
            <ac:cxnSpMk id="23" creationId="{D9DEAF7C-830D-487F-8C68-C8EFF12A6D67}"/>
          </ac:cxnSpMkLst>
        </pc:cxnChg>
        <pc:cxnChg chg="add mod">
          <ac:chgData name="Gopal Sonune" userId="a84d000b-e407-4958-bec6-a75de855f8bf" providerId="ADAL" clId="{75CF20B7-B0F5-493E-BE22-AC5ADE74EBAA}" dt="2022-04-26T05:46:45.662" v="2936" actId="1076"/>
          <ac:cxnSpMkLst>
            <pc:docMk/>
            <pc:sldMk cId="4275436918" sldId="275"/>
            <ac:cxnSpMk id="30" creationId="{9FBEC9A3-9FCA-413B-A4D7-CE9FE264559A}"/>
          </ac:cxnSpMkLst>
        </pc:cxnChg>
        <pc:cxnChg chg="add mod">
          <ac:chgData name="Gopal Sonune" userId="a84d000b-e407-4958-bec6-a75de855f8bf" providerId="ADAL" clId="{75CF20B7-B0F5-493E-BE22-AC5ADE74EBAA}" dt="2022-04-26T05:46:45.662" v="2936" actId="1076"/>
          <ac:cxnSpMkLst>
            <pc:docMk/>
            <pc:sldMk cId="4275436918" sldId="275"/>
            <ac:cxnSpMk id="31" creationId="{7AE670F8-F772-49FD-B0F2-FA49BCA6234C}"/>
          </ac:cxnSpMkLst>
        </pc:cxnChg>
      </pc:sldChg>
      <pc:sldChg chg="addSp delSp modSp add mod addAnim delAnim modAnim">
        <pc:chgData name="Gopal Sonune" userId="a84d000b-e407-4958-bec6-a75de855f8bf" providerId="ADAL" clId="{75CF20B7-B0F5-493E-BE22-AC5ADE74EBAA}" dt="2022-04-26T06:04:15.630" v="3100" actId="478"/>
        <pc:sldMkLst>
          <pc:docMk/>
          <pc:sldMk cId="2705723503" sldId="276"/>
        </pc:sldMkLst>
        <pc:spChg chg="del mod">
          <ac:chgData name="Gopal Sonune" userId="a84d000b-e407-4958-bec6-a75de855f8bf" providerId="ADAL" clId="{75CF20B7-B0F5-493E-BE22-AC5ADE74EBAA}" dt="2022-04-26T05:55:42.378" v="3006" actId="478"/>
          <ac:spMkLst>
            <pc:docMk/>
            <pc:sldMk cId="2705723503" sldId="276"/>
            <ac:spMk id="3" creationId="{BD8F3C91-ECE8-4D37-9FD7-8490C5F511DB}"/>
          </ac:spMkLst>
        </pc:spChg>
        <pc:spChg chg="add del mod">
          <ac:chgData name="Gopal Sonune" userId="a84d000b-e407-4958-bec6-a75de855f8bf" providerId="ADAL" clId="{75CF20B7-B0F5-493E-BE22-AC5ADE74EBAA}" dt="2022-04-26T05:56:04.320" v="3012" actId="478"/>
          <ac:spMkLst>
            <pc:docMk/>
            <pc:sldMk cId="2705723503" sldId="276"/>
            <ac:spMk id="9" creationId="{C9D9AD57-8A2C-45DA-BC0D-48FCA54E619C}"/>
          </ac:spMkLst>
        </pc:spChg>
        <pc:spChg chg="del">
          <ac:chgData name="Gopal Sonune" userId="a84d000b-e407-4958-bec6-a75de855f8bf" providerId="ADAL" clId="{75CF20B7-B0F5-493E-BE22-AC5ADE74EBAA}" dt="2022-04-26T05:55:46.840" v="3007" actId="478"/>
          <ac:spMkLst>
            <pc:docMk/>
            <pc:sldMk cId="2705723503" sldId="276"/>
            <ac:spMk id="11" creationId="{E46135C8-47C9-4A5B-8236-411D2278C707}"/>
          </ac:spMkLst>
        </pc:spChg>
        <pc:spChg chg="del">
          <ac:chgData name="Gopal Sonune" userId="a84d000b-e407-4958-bec6-a75de855f8bf" providerId="ADAL" clId="{75CF20B7-B0F5-493E-BE22-AC5ADE74EBAA}" dt="2022-04-26T05:55:36.487" v="3005" actId="478"/>
          <ac:spMkLst>
            <pc:docMk/>
            <pc:sldMk cId="2705723503" sldId="276"/>
            <ac:spMk id="12" creationId="{33C9F0A3-7289-46AD-AE2E-4DB419A0E2F2}"/>
          </ac:spMkLst>
        </pc:spChg>
        <pc:spChg chg="del">
          <ac:chgData name="Gopal Sonune" userId="a84d000b-e407-4958-bec6-a75de855f8bf" providerId="ADAL" clId="{75CF20B7-B0F5-493E-BE22-AC5ADE74EBAA}" dt="2022-04-26T05:55:46.840" v="3007" actId="478"/>
          <ac:spMkLst>
            <pc:docMk/>
            <pc:sldMk cId="2705723503" sldId="276"/>
            <ac:spMk id="17" creationId="{4DE84D5F-F3A1-41CC-B4B5-6CC25BCBCA3B}"/>
          </ac:spMkLst>
        </pc:spChg>
        <pc:spChg chg="del">
          <ac:chgData name="Gopal Sonune" userId="a84d000b-e407-4958-bec6-a75de855f8bf" providerId="ADAL" clId="{75CF20B7-B0F5-493E-BE22-AC5ADE74EBAA}" dt="2022-04-26T05:55:31.301" v="3004" actId="478"/>
          <ac:spMkLst>
            <pc:docMk/>
            <pc:sldMk cId="2705723503" sldId="276"/>
            <ac:spMk id="18" creationId="{0B8C584F-E4EF-4210-8F43-0C3B32BA3B0C}"/>
          </ac:spMkLst>
        </pc:spChg>
        <pc:spChg chg="del">
          <ac:chgData name="Gopal Sonune" userId="a84d000b-e407-4958-bec6-a75de855f8bf" providerId="ADAL" clId="{75CF20B7-B0F5-493E-BE22-AC5ADE74EBAA}" dt="2022-04-26T05:55:46.840" v="3007" actId="478"/>
          <ac:spMkLst>
            <pc:docMk/>
            <pc:sldMk cId="2705723503" sldId="276"/>
            <ac:spMk id="24" creationId="{510E5527-5B1E-4E4D-9444-3E68E317BFF2}"/>
          </ac:spMkLst>
        </pc:spChg>
        <pc:spChg chg="del">
          <ac:chgData name="Gopal Sonune" userId="a84d000b-e407-4958-bec6-a75de855f8bf" providerId="ADAL" clId="{75CF20B7-B0F5-493E-BE22-AC5ADE74EBAA}" dt="2022-04-26T05:55:46.840" v="3007" actId="478"/>
          <ac:spMkLst>
            <pc:docMk/>
            <pc:sldMk cId="2705723503" sldId="276"/>
            <ac:spMk id="25" creationId="{E03D099E-ED4B-4416-9C83-BF393788E166}"/>
          </ac:spMkLst>
        </pc:spChg>
        <pc:spChg chg="del">
          <ac:chgData name="Gopal Sonune" userId="a84d000b-e407-4958-bec6-a75de855f8bf" providerId="ADAL" clId="{75CF20B7-B0F5-493E-BE22-AC5ADE74EBAA}" dt="2022-04-26T05:55:46.840" v="3007" actId="478"/>
          <ac:spMkLst>
            <pc:docMk/>
            <pc:sldMk cId="2705723503" sldId="276"/>
            <ac:spMk id="26" creationId="{9E30EC6D-134C-49B9-AEFD-3B3EE1549ABA}"/>
          </ac:spMkLst>
        </pc:spChg>
        <pc:spChg chg="del">
          <ac:chgData name="Gopal Sonune" userId="a84d000b-e407-4958-bec6-a75de855f8bf" providerId="ADAL" clId="{75CF20B7-B0F5-493E-BE22-AC5ADE74EBAA}" dt="2022-04-26T05:55:59.600" v="3011" actId="478"/>
          <ac:spMkLst>
            <pc:docMk/>
            <pc:sldMk cId="2705723503" sldId="276"/>
            <ac:spMk id="27" creationId="{FCEB602D-5F5A-4688-AA41-0F2B7A9B661F}"/>
          </ac:spMkLst>
        </pc:spChg>
        <pc:spChg chg="del">
          <ac:chgData name="Gopal Sonune" userId="a84d000b-e407-4958-bec6-a75de855f8bf" providerId="ADAL" clId="{75CF20B7-B0F5-493E-BE22-AC5ADE74EBAA}" dt="2022-04-26T05:55:46.840" v="3007" actId="478"/>
          <ac:spMkLst>
            <pc:docMk/>
            <pc:sldMk cId="2705723503" sldId="276"/>
            <ac:spMk id="32" creationId="{C96555AB-F6F4-483F-92C1-329EF31B3E00}"/>
          </ac:spMkLst>
        </pc:spChg>
        <pc:spChg chg="del">
          <ac:chgData name="Gopal Sonune" userId="a84d000b-e407-4958-bec6-a75de855f8bf" providerId="ADAL" clId="{75CF20B7-B0F5-493E-BE22-AC5ADE74EBAA}" dt="2022-04-26T05:55:31.301" v="3004" actId="478"/>
          <ac:spMkLst>
            <pc:docMk/>
            <pc:sldMk cId="2705723503" sldId="276"/>
            <ac:spMk id="33" creationId="{8EEFBED5-75F9-4111-A20D-E923EE76B2DA}"/>
          </ac:spMkLst>
        </pc:spChg>
        <pc:spChg chg="del">
          <ac:chgData name="Gopal Sonune" userId="a84d000b-e407-4958-bec6-a75de855f8bf" providerId="ADAL" clId="{75CF20B7-B0F5-493E-BE22-AC5ADE74EBAA}" dt="2022-04-26T05:55:46.840" v="3007" actId="478"/>
          <ac:spMkLst>
            <pc:docMk/>
            <pc:sldMk cId="2705723503" sldId="276"/>
            <ac:spMk id="34" creationId="{75B4C457-F108-49B5-93D9-B3CE5DCF2E38}"/>
          </ac:spMkLst>
        </pc:spChg>
        <pc:spChg chg="del mod">
          <ac:chgData name="Gopal Sonune" userId="a84d000b-e407-4958-bec6-a75de855f8bf" providerId="ADAL" clId="{75CF20B7-B0F5-493E-BE22-AC5ADE74EBAA}" dt="2022-04-26T05:55:50.749" v="3009" actId="478"/>
          <ac:spMkLst>
            <pc:docMk/>
            <pc:sldMk cId="2705723503" sldId="276"/>
            <ac:spMk id="35" creationId="{8DE808D8-600D-49B2-B3A9-C676651389C2}"/>
          </ac:spMkLst>
        </pc:spChg>
        <pc:spChg chg="add mod">
          <ac:chgData name="Gopal Sonune" userId="a84d000b-e407-4958-bec6-a75de855f8bf" providerId="ADAL" clId="{75CF20B7-B0F5-493E-BE22-AC5ADE74EBAA}" dt="2022-04-26T05:57:17.184" v="3025" actId="20577"/>
          <ac:spMkLst>
            <pc:docMk/>
            <pc:sldMk cId="2705723503" sldId="276"/>
            <ac:spMk id="39" creationId="{193F709B-3133-46AA-9333-FDCB70996270}"/>
          </ac:spMkLst>
        </pc:spChg>
        <pc:spChg chg="add mod">
          <ac:chgData name="Gopal Sonune" userId="a84d000b-e407-4958-bec6-a75de855f8bf" providerId="ADAL" clId="{75CF20B7-B0F5-493E-BE22-AC5ADE74EBAA}" dt="2022-04-26T05:57:21.464" v="3027" actId="20577"/>
          <ac:spMkLst>
            <pc:docMk/>
            <pc:sldMk cId="2705723503" sldId="276"/>
            <ac:spMk id="40" creationId="{C28FB6F3-B82A-48EB-A8E2-8F5E09104E2E}"/>
          </ac:spMkLst>
        </pc:spChg>
        <pc:spChg chg="add mod">
          <ac:chgData name="Gopal Sonune" userId="a84d000b-e407-4958-bec6-a75de855f8bf" providerId="ADAL" clId="{75CF20B7-B0F5-493E-BE22-AC5ADE74EBAA}" dt="2022-04-26T05:58:16.244" v="3041" actId="20577"/>
          <ac:spMkLst>
            <pc:docMk/>
            <pc:sldMk cId="2705723503" sldId="276"/>
            <ac:spMk id="43" creationId="{8FA96FA2-2F7B-400B-B4A3-553C0108A6B2}"/>
          </ac:spMkLst>
        </pc:spChg>
        <pc:spChg chg="add mod">
          <ac:chgData name="Gopal Sonune" userId="a84d000b-e407-4958-bec6-a75de855f8bf" providerId="ADAL" clId="{75CF20B7-B0F5-493E-BE22-AC5ADE74EBAA}" dt="2022-04-26T05:58:30.250" v="3043" actId="1076"/>
          <ac:spMkLst>
            <pc:docMk/>
            <pc:sldMk cId="2705723503" sldId="276"/>
            <ac:spMk id="44" creationId="{FFBBB390-0AF2-4A04-AD2B-3AEBF083B684}"/>
          </ac:spMkLst>
        </pc:spChg>
        <pc:spChg chg="add del mod">
          <ac:chgData name="Gopal Sonune" userId="a84d000b-e407-4958-bec6-a75de855f8bf" providerId="ADAL" clId="{75CF20B7-B0F5-493E-BE22-AC5ADE74EBAA}" dt="2022-04-26T06:02:01.234" v="3068" actId="20577"/>
          <ac:spMkLst>
            <pc:docMk/>
            <pc:sldMk cId="2705723503" sldId="276"/>
            <ac:spMk id="48" creationId="{E6C51D01-2AE6-4C73-A575-3B4D43A892FF}"/>
          </ac:spMkLst>
        </pc:spChg>
        <pc:spChg chg="add del mod">
          <ac:chgData name="Gopal Sonune" userId="a84d000b-e407-4958-bec6-a75de855f8bf" providerId="ADAL" clId="{75CF20B7-B0F5-493E-BE22-AC5ADE74EBAA}" dt="2022-04-26T06:02:04.344" v="3070" actId="20577"/>
          <ac:spMkLst>
            <pc:docMk/>
            <pc:sldMk cId="2705723503" sldId="276"/>
            <ac:spMk id="49" creationId="{96E7E767-B017-4202-BDC3-3533673804F2}"/>
          </ac:spMkLst>
        </pc:spChg>
        <pc:spChg chg="add del mod">
          <ac:chgData name="Gopal Sonune" userId="a84d000b-e407-4958-bec6-a75de855f8bf" providerId="ADAL" clId="{75CF20B7-B0F5-493E-BE22-AC5ADE74EBAA}" dt="2022-04-26T06:02:38.728" v="3077" actId="20577"/>
          <ac:spMkLst>
            <pc:docMk/>
            <pc:sldMk cId="2705723503" sldId="276"/>
            <ac:spMk id="52" creationId="{691CBA51-2DF3-435D-A2C1-B983E8712F62}"/>
          </ac:spMkLst>
        </pc:spChg>
        <pc:spChg chg="add mod">
          <ac:chgData name="Gopal Sonune" userId="a84d000b-e407-4958-bec6-a75de855f8bf" providerId="ADAL" clId="{75CF20B7-B0F5-493E-BE22-AC5ADE74EBAA}" dt="2022-04-26T06:03:04.090" v="3083" actId="1076"/>
          <ac:spMkLst>
            <pc:docMk/>
            <pc:sldMk cId="2705723503" sldId="276"/>
            <ac:spMk id="56" creationId="{96BA82F7-E910-49A5-863B-4BE8DCC7EEAA}"/>
          </ac:spMkLst>
        </pc:spChg>
        <pc:spChg chg="add del mod">
          <ac:chgData name="Gopal Sonune" userId="a84d000b-e407-4958-bec6-a75de855f8bf" providerId="ADAL" clId="{75CF20B7-B0F5-493E-BE22-AC5ADE74EBAA}" dt="2022-04-26T06:04:15.630" v="3100" actId="478"/>
          <ac:spMkLst>
            <pc:docMk/>
            <pc:sldMk cId="2705723503" sldId="276"/>
            <ac:spMk id="57" creationId="{25CD2877-BE5B-479E-A025-2312F63C82DC}"/>
          </ac:spMkLst>
        </pc:spChg>
        <pc:spChg chg="add del mod">
          <ac:chgData name="Gopal Sonune" userId="a84d000b-e407-4958-bec6-a75de855f8bf" providerId="ADAL" clId="{75CF20B7-B0F5-493E-BE22-AC5ADE74EBAA}" dt="2022-04-26T06:04:01.234" v="3097" actId="478"/>
          <ac:spMkLst>
            <pc:docMk/>
            <pc:sldMk cId="2705723503" sldId="276"/>
            <ac:spMk id="60" creationId="{CE72B41E-3C62-4F6F-890F-46CE38F6FD93}"/>
          </ac:spMkLst>
        </pc:spChg>
        <pc:graphicFrameChg chg="del">
          <ac:chgData name="Gopal Sonune" userId="a84d000b-e407-4958-bec6-a75de855f8bf" providerId="ADAL" clId="{75CF20B7-B0F5-493E-BE22-AC5ADE74EBAA}" dt="2022-04-26T05:55:31.301" v="3004" actId="478"/>
          <ac:graphicFrameMkLst>
            <pc:docMk/>
            <pc:sldMk cId="2705723503" sldId="276"/>
            <ac:graphicFrameMk id="4" creationId="{BCAE3609-7493-403C-8593-66680E685769}"/>
          </ac:graphicFrameMkLst>
        </pc:graphicFrameChg>
        <pc:graphicFrameChg chg="del">
          <ac:chgData name="Gopal Sonune" userId="a84d000b-e407-4958-bec6-a75de855f8bf" providerId="ADAL" clId="{75CF20B7-B0F5-493E-BE22-AC5ADE74EBAA}" dt="2022-04-26T05:55:46.840" v="3007" actId="478"/>
          <ac:graphicFrameMkLst>
            <pc:docMk/>
            <pc:sldMk cId="2705723503" sldId="276"/>
            <ac:graphicFrameMk id="5" creationId="{4401D476-3930-4099-B1AC-08C0DFD4D6F9}"/>
          </ac:graphicFrameMkLst>
        </pc:graphicFrameChg>
        <pc:graphicFrameChg chg="del">
          <ac:chgData name="Gopal Sonune" userId="a84d000b-e407-4958-bec6-a75de855f8bf" providerId="ADAL" clId="{75CF20B7-B0F5-493E-BE22-AC5ADE74EBAA}" dt="2022-04-26T05:55:36.487" v="3005" actId="478"/>
          <ac:graphicFrameMkLst>
            <pc:docMk/>
            <pc:sldMk cId="2705723503" sldId="276"/>
            <ac:graphicFrameMk id="6" creationId="{728FAA2D-BFE0-4C13-BE36-B0FB2248E69B}"/>
          </ac:graphicFrameMkLst>
        </pc:graphicFrameChg>
        <pc:graphicFrameChg chg="del">
          <ac:chgData name="Gopal Sonune" userId="a84d000b-e407-4958-bec6-a75de855f8bf" providerId="ADAL" clId="{75CF20B7-B0F5-493E-BE22-AC5ADE74EBAA}" dt="2022-04-26T05:55:46.840" v="3007" actId="478"/>
          <ac:graphicFrameMkLst>
            <pc:docMk/>
            <pc:sldMk cId="2705723503" sldId="276"/>
            <ac:graphicFrameMk id="13" creationId="{7CF7A485-2F03-48CA-B4AB-F477879DF801}"/>
          </ac:graphicFrameMkLst>
        </pc:graphicFrameChg>
        <pc:graphicFrameChg chg="del">
          <ac:chgData name="Gopal Sonune" userId="a84d000b-e407-4958-bec6-a75de855f8bf" providerId="ADAL" clId="{75CF20B7-B0F5-493E-BE22-AC5ADE74EBAA}" dt="2022-04-26T05:55:31.301" v="3004" actId="478"/>
          <ac:graphicFrameMkLst>
            <pc:docMk/>
            <pc:sldMk cId="2705723503" sldId="276"/>
            <ac:graphicFrameMk id="14" creationId="{A6F0D724-4A0E-4814-8E7B-8C2E3B65442F}"/>
          </ac:graphicFrameMkLst>
        </pc:graphicFrameChg>
        <pc:graphicFrameChg chg="del">
          <ac:chgData name="Gopal Sonune" userId="a84d000b-e407-4958-bec6-a75de855f8bf" providerId="ADAL" clId="{75CF20B7-B0F5-493E-BE22-AC5ADE74EBAA}" dt="2022-04-26T05:55:46.840" v="3007" actId="478"/>
          <ac:graphicFrameMkLst>
            <pc:docMk/>
            <pc:sldMk cId="2705723503" sldId="276"/>
            <ac:graphicFrameMk id="20" creationId="{8789053B-BE4A-4D4A-B395-6E2E140B84CE}"/>
          </ac:graphicFrameMkLst>
        </pc:graphicFrameChg>
        <pc:graphicFrameChg chg="del">
          <ac:chgData name="Gopal Sonune" userId="a84d000b-e407-4958-bec6-a75de855f8bf" providerId="ADAL" clId="{75CF20B7-B0F5-493E-BE22-AC5ADE74EBAA}" dt="2022-04-26T05:55:46.840" v="3007" actId="478"/>
          <ac:graphicFrameMkLst>
            <pc:docMk/>
            <pc:sldMk cId="2705723503" sldId="276"/>
            <ac:graphicFrameMk id="21" creationId="{AAA5F4CF-D64F-4BDD-A6FD-BC7514F9BFAD}"/>
          </ac:graphicFrameMkLst>
        </pc:graphicFrameChg>
        <pc:graphicFrameChg chg="del">
          <ac:chgData name="Gopal Sonune" userId="a84d000b-e407-4958-bec6-a75de855f8bf" providerId="ADAL" clId="{75CF20B7-B0F5-493E-BE22-AC5ADE74EBAA}" dt="2022-04-26T05:55:54.882" v="3010" actId="478"/>
          <ac:graphicFrameMkLst>
            <pc:docMk/>
            <pc:sldMk cId="2705723503" sldId="276"/>
            <ac:graphicFrameMk id="28" creationId="{4D8D84A2-795E-4A92-9FDB-9FE9E2C99B6F}"/>
          </ac:graphicFrameMkLst>
        </pc:graphicFrameChg>
        <pc:graphicFrameChg chg="del">
          <ac:chgData name="Gopal Sonune" userId="a84d000b-e407-4958-bec6-a75de855f8bf" providerId="ADAL" clId="{75CF20B7-B0F5-493E-BE22-AC5ADE74EBAA}" dt="2022-04-26T05:55:31.301" v="3004" actId="478"/>
          <ac:graphicFrameMkLst>
            <pc:docMk/>
            <pc:sldMk cId="2705723503" sldId="276"/>
            <ac:graphicFrameMk id="29" creationId="{B223C8F5-D6C5-415B-8DA4-74CBC0785B9F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6:01:01.037" v="3054" actId="20577"/>
          <ac:graphicFrameMkLst>
            <pc:docMk/>
            <pc:sldMk cId="2705723503" sldId="276"/>
            <ac:graphicFrameMk id="36" creationId="{C62F27FA-34CC-42C9-8044-8C66B1A7E6EB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5:57:45.146" v="3035" actId="20577"/>
          <ac:graphicFrameMkLst>
            <pc:docMk/>
            <pc:sldMk cId="2705723503" sldId="276"/>
            <ac:graphicFrameMk id="41" creationId="{00861A3B-8325-4B4F-BE0B-5560B8FFD1F2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5:57:08.616" v="3023" actId="20577"/>
          <ac:graphicFrameMkLst>
            <pc:docMk/>
            <pc:sldMk cId="2705723503" sldId="276"/>
            <ac:graphicFrameMk id="42" creationId="{A454E2EF-4BEC-4347-856B-198546C4B026}"/>
          </ac:graphicFrameMkLst>
        </pc:graphicFrameChg>
        <pc:graphicFrameChg chg="add del mod modGraphic">
          <ac:chgData name="Gopal Sonune" userId="a84d000b-e407-4958-bec6-a75de855f8bf" providerId="ADAL" clId="{75CF20B7-B0F5-493E-BE22-AC5ADE74EBAA}" dt="2022-04-26T06:02:49.511" v="3081" actId="20577"/>
          <ac:graphicFrameMkLst>
            <pc:docMk/>
            <pc:sldMk cId="2705723503" sldId="276"/>
            <ac:graphicFrameMk id="45" creationId="{33A7AA78-D969-4FB3-9393-F3226260EEC4}"/>
          </ac:graphicFrameMkLst>
        </pc:graphicFrameChg>
        <pc:graphicFrameChg chg="add del mod modGraphic">
          <ac:chgData name="Gopal Sonune" userId="a84d000b-e407-4958-bec6-a75de855f8bf" providerId="ADAL" clId="{75CF20B7-B0F5-493E-BE22-AC5ADE74EBAA}" dt="2022-04-26T06:02:45.690" v="3079" actId="20577"/>
          <ac:graphicFrameMkLst>
            <pc:docMk/>
            <pc:sldMk cId="2705723503" sldId="276"/>
            <ac:graphicFrameMk id="50" creationId="{122EA680-CF55-4D39-91BF-14290E572492}"/>
          </ac:graphicFrameMkLst>
        </pc:graphicFrameChg>
        <pc:graphicFrameChg chg="add del mod">
          <ac:chgData name="Gopal Sonune" userId="a84d000b-e407-4958-bec6-a75de855f8bf" providerId="ADAL" clId="{75CF20B7-B0F5-493E-BE22-AC5ADE74EBAA}" dt="2022-04-26T06:01:36.253" v="3060" actId="478"/>
          <ac:graphicFrameMkLst>
            <pc:docMk/>
            <pc:sldMk cId="2705723503" sldId="276"/>
            <ac:graphicFrameMk id="51" creationId="{C39D110A-C9CD-4BB4-9E42-24ACC8B78AF6}"/>
          </ac:graphicFrameMkLst>
        </pc:graphicFrameChg>
        <pc:graphicFrameChg chg="add del mod modGraphic">
          <ac:chgData name="Gopal Sonune" userId="a84d000b-e407-4958-bec6-a75de855f8bf" providerId="ADAL" clId="{75CF20B7-B0F5-493E-BE22-AC5ADE74EBAA}" dt="2022-04-26T06:04:12.235" v="3099" actId="478"/>
          <ac:graphicFrameMkLst>
            <pc:docMk/>
            <pc:sldMk cId="2705723503" sldId="276"/>
            <ac:graphicFrameMk id="53" creationId="{C3CB3450-DED8-401C-840F-999314C110DD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6T06:03:41.759" v="3095" actId="20577"/>
          <ac:graphicFrameMkLst>
            <pc:docMk/>
            <pc:sldMk cId="2705723503" sldId="276"/>
            <ac:graphicFrameMk id="58" creationId="{796EB6E4-68F2-4219-882E-D583418C06F7}"/>
          </ac:graphicFrameMkLst>
        </pc:graphicFrameChg>
        <pc:graphicFrameChg chg="add del mod modGraphic">
          <ac:chgData name="Gopal Sonune" userId="a84d000b-e407-4958-bec6-a75de855f8bf" providerId="ADAL" clId="{75CF20B7-B0F5-493E-BE22-AC5ADE74EBAA}" dt="2022-04-26T06:03:20.237" v="3086" actId="478"/>
          <ac:graphicFrameMkLst>
            <pc:docMk/>
            <pc:sldMk cId="2705723503" sldId="276"/>
            <ac:graphicFrameMk id="59" creationId="{C2EA97E6-3219-44D6-9CCF-454CD192DA31}"/>
          </ac:graphicFrameMkLst>
        </pc:graphicFrameChg>
        <pc:cxnChg chg="del mod">
          <ac:chgData name="Gopal Sonune" userId="a84d000b-e407-4958-bec6-a75de855f8bf" providerId="ADAL" clId="{75CF20B7-B0F5-493E-BE22-AC5ADE74EBAA}" dt="2022-04-26T05:55:46.840" v="3007" actId="478"/>
          <ac:cxnSpMkLst>
            <pc:docMk/>
            <pc:sldMk cId="2705723503" sldId="276"/>
            <ac:cxnSpMk id="8" creationId="{901B31BA-AC29-4A3F-9D60-B5DD7083A34F}"/>
          </ac:cxnSpMkLst>
        </pc:cxnChg>
        <pc:cxnChg chg="del mod">
          <ac:chgData name="Gopal Sonune" userId="a84d000b-e407-4958-bec6-a75de855f8bf" providerId="ADAL" clId="{75CF20B7-B0F5-493E-BE22-AC5ADE74EBAA}" dt="2022-04-26T05:55:36.487" v="3005" actId="478"/>
          <ac:cxnSpMkLst>
            <pc:docMk/>
            <pc:sldMk cId="2705723503" sldId="276"/>
            <ac:cxnSpMk id="10" creationId="{E159E68B-61B4-4C93-8EFE-94D5D610BBC5}"/>
          </ac:cxnSpMkLst>
        </pc:cxnChg>
        <pc:cxnChg chg="del mod">
          <ac:chgData name="Gopal Sonune" userId="a84d000b-e407-4958-bec6-a75de855f8bf" providerId="ADAL" clId="{75CF20B7-B0F5-493E-BE22-AC5ADE74EBAA}" dt="2022-04-26T05:55:46.840" v="3007" actId="478"/>
          <ac:cxnSpMkLst>
            <pc:docMk/>
            <pc:sldMk cId="2705723503" sldId="276"/>
            <ac:cxnSpMk id="15" creationId="{6DBD0E6E-B66D-43C6-B8D6-247A3F41A1F8}"/>
          </ac:cxnSpMkLst>
        </pc:cxnChg>
        <pc:cxnChg chg="del mod">
          <ac:chgData name="Gopal Sonune" userId="a84d000b-e407-4958-bec6-a75de855f8bf" providerId="ADAL" clId="{75CF20B7-B0F5-493E-BE22-AC5ADE74EBAA}" dt="2022-04-26T05:55:31.301" v="3004" actId="478"/>
          <ac:cxnSpMkLst>
            <pc:docMk/>
            <pc:sldMk cId="2705723503" sldId="276"/>
            <ac:cxnSpMk id="16" creationId="{69880D9B-DBD2-4750-A21F-C6BBB2FF5696}"/>
          </ac:cxnSpMkLst>
        </pc:cxnChg>
        <pc:cxnChg chg="del mod">
          <ac:chgData name="Gopal Sonune" userId="a84d000b-e407-4958-bec6-a75de855f8bf" providerId="ADAL" clId="{75CF20B7-B0F5-493E-BE22-AC5ADE74EBAA}" dt="2022-04-26T05:55:46.840" v="3007" actId="478"/>
          <ac:cxnSpMkLst>
            <pc:docMk/>
            <pc:sldMk cId="2705723503" sldId="276"/>
            <ac:cxnSpMk id="22" creationId="{0F61DAFF-9854-4921-A9C1-984ECFE448E4}"/>
          </ac:cxnSpMkLst>
        </pc:cxnChg>
        <pc:cxnChg chg="del mod">
          <ac:chgData name="Gopal Sonune" userId="a84d000b-e407-4958-bec6-a75de855f8bf" providerId="ADAL" clId="{75CF20B7-B0F5-493E-BE22-AC5ADE74EBAA}" dt="2022-04-26T05:55:46.840" v="3007" actId="478"/>
          <ac:cxnSpMkLst>
            <pc:docMk/>
            <pc:sldMk cId="2705723503" sldId="276"/>
            <ac:cxnSpMk id="23" creationId="{D9DEAF7C-830D-487F-8C68-C8EFF12A6D67}"/>
          </ac:cxnSpMkLst>
        </pc:cxnChg>
        <pc:cxnChg chg="del mod">
          <ac:chgData name="Gopal Sonune" userId="a84d000b-e407-4958-bec6-a75de855f8bf" providerId="ADAL" clId="{75CF20B7-B0F5-493E-BE22-AC5ADE74EBAA}" dt="2022-04-26T05:55:46.840" v="3007" actId="478"/>
          <ac:cxnSpMkLst>
            <pc:docMk/>
            <pc:sldMk cId="2705723503" sldId="276"/>
            <ac:cxnSpMk id="30" creationId="{9FBEC9A3-9FCA-413B-A4D7-CE9FE264559A}"/>
          </ac:cxnSpMkLst>
        </pc:cxnChg>
        <pc:cxnChg chg="del mod">
          <ac:chgData name="Gopal Sonune" userId="a84d000b-e407-4958-bec6-a75de855f8bf" providerId="ADAL" clId="{75CF20B7-B0F5-493E-BE22-AC5ADE74EBAA}" dt="2022-04-26T05:55:31.301" v="3004" actId="478"/>
          <ac:cxnSpMkLst>
            <pc:docMk/>
            <pc:sldMk cId="2705723503" sldId="276"/>
            <ac:cxnSpMk id="31" creationId="{7AE670F8-F772-49FD-B0F2-FA49BCA6234C}"/>
          </ac:cxnSpMkLst>
        </pc:cxnChg>
        <pc:cxnChg chg="add mod">
          <ac:chgData name="Gopal Sonune" userId="a84d000b-e407-4958-bec6-a75de855f8bf" providerId="ADAL" clId="{75CF20B7-B0F5-493E-BE22-AC5ADE74EBAA}" dt="2022-04-26T05:56:44.866" v="3017" actId="1076"/>
          <ac:cxnSpMkLst>
            <pc:docMk/>
            <pc:sldMk cId="2705723503" sldId="276"/>
            <ac:cxnSpMk id="37" creationId="{BF69B799-90B3-482B-94A3-B04FC3EA1251}"/>
          </ac:cxnSpMkLst>
        </pc:cxnChg>
        <pc:cxnChg chg="add mod">
          <ac:chgData name="Gopal Sonune" userId="a84d000b-e407-4958-bec6-a75de855f8bf" providerId="ADAL" clId="{75CF20B7-B0F5-493E-BE22-AC5ADE74EBAA}" dt="2022-04-26T05:56:44.866" v="3017" actId="1076"/>
          <ac:cxnSpMkLst>
            <pc:docMk/>
            <pc:sldMk cId="2705723503" sldId="276"/>
            <ac:cxnSpMk id="38" creationId="{914C1376-5F2C-4F18-8924-3F7300EAD8AA}"/>
          </ac:cxnSpMkLst>
        </pc:cxnChg>
        <pc:cxnChg chg="add del mod">
          <ac:chgData name="Gopal Sonune" userId="a84d000b-e407-4958-bec6-a75de855f8bf" providerId="ADAL" clId="{75CF20B7-B0F5-493E-BE22-AC5ADE74EBAA}" dt="2022-04-26T06:01:45.081" v="3061" actId="1076"/>
          <ac:cxnSpMkLst>
            <pc:docMk/>
            <pc:sldMk cId="2705723503" sldId="276"/>
            <ac:cxnSpMk id="46" creationId="{15E6CAFC-B8D5-4CDE-A3B7-7B3438BB4992}"/>
          </ac:cxnSpMkLst>
        </pc:cxnChg>
        <pc:cxnChg chg="add del mod">
          <ac:chgData name="Gopal Sonune" userId="a84d000b-e407-4958-bec6-a75de855f8bf" providerId="ADAL" clId="{75CF20B7-B0F5-493E-BE22-AC5ADE74EBAA}" dt="2022-04-26T06:01:45.081" v="3061" actId="1076"/>
          <ac:cxnSpMkLst>
            <pc:docMk/>
            <pc:sldMk cId="2705723503" sldId="276"/>
            <ac:cxnSpMk id="47" creationId="{DBAEC85A-8631-4D17-A6CE-C2C38F8478D9}"/>
          </ac:cxnSpMkLst>
        </pc:cxnChg>
        <pc:cxnChg chg="add mod">
          <ac:chgData name="Gopal Sonune" userId="a84d000b-e407-4958-bec6-a75de855f8bf" providerId="ADAL" clId="{75CF20B7-B0F5-493E-BE22-AC5ADE74EBAA}" dt="2022-04-26T06:03:04.090" v="3083" actId="1076"/>
          <ac:cxnSpMkLst>
            <pc:docMk/>
            <pc:sldMk cId="2705723503" sldId="276"/>
            <ac:cxnSpMk id="54" creationId="{0093CA00-FF43-431F-8FE3-5253AB912C2C}"/>
          </ac:cxnSpMkLst>
        </pc:cxnChg>
        <pc:cxnChg chg="add del mod">
          <ac:chgData name="Gopal Sonune" userId="a84d000b-e407-4958-bec6-a75de855f8bf" providerId="ADAL" clId="{75CF20B7-B0F5-493E-BE22-AC5ADE74EBAA}" dt="2022-04-26T06:04:09.981" v="3098" actId="478"/>
          <ac:cxnSpMkLst>
            <pc:docMk/>
            <pc:sldMk cId="2705723503" sldId="276"/>
            <ac:cxnSpMk id="55" creationId="{68CE1693-5CA8-4540-ACB7-F77882A82801}"/>
          </ac:cxnSpMkLst>
        </pc:cxnChg>
      </pc:sldChg>
      <pc:sldChg chg="addSp delSp modSp add mod">
        <pc:chgData name="Gopal Sonune" userId="a84d000b-e407-4958-bec6-a75de855f8bf" providerId="ADAL" clId="{75CF20B7-B0F5-493E-BE22-AC5ADE74EBAA}" dt="2022-04-27T05:19:30.422" v="4394" actId="114"/>
        <pc:sldMkLst>
          <pc:docMk/>
          <pc:sldMk cId="1217803842" sldId="277"/>
        </pc:sldMkLst>
        <pc:spChg chg="mod">
          <ac:chgData name="Gopal Sonune" userId="a84d000b-e407-4958-bec6-a75de855f8bf" providerId="ADAL" clId="{75CF20B7-B0F5-493E-BE22-AC5ADE74EBAA}" dt="2022-04-26T11:06:50.860" v="3207" actId="20577"/>
          <ac:spMkLst>
            <pc:docMk/>
            <pc:sldMk cId="1217803842" sldId="277"/>
            <ac:spMk id="2" creationId="{CCABD39B-993B-4FA9-A9D7-A49D7CFC1BEF}"/>
          </ac:spMkLst>
        </pc:spChg>
        <pc:spChg chg="add del mod">
          <ac:chgData name="Gopal Sonune" userId="a84d000b-e407-4958-bec6-a75de855f8bf" providerId="ADAL" clId="{75CF20B7-B0F5-493E-BE22-AC5ADE74EBAA}" dt="2022-04-26T11:02:02.793" v="3192" actId="478"/>
          <ac:spMkLst>
            <pc:docMk/>
            <pc:sldMk cId="1217803842" sldId="277"/>
            <ac:spMk id="5" creationId="{D7A85A3E-12AE-43CE-80D8-DD2421AC4BC3}"/>
          </ac:spMkLst>
        </pc:spChg>
        <pc:spChg chg="add mod">
          <ac:chgData name="Gopal Sonune" userId="a84d000b-e407-4958-bec6-a75de855f8bf" providerId="ADAL" clId="{75CF20B7-B0F5-493E-BE22-AC5ADE74EBAA}" dt="2022-04-27T05:19:30.422" v="4394" actId="114"/>
          <ac:spMkLst>
            <pc:docMk/>
            <pc:sldMk cId="1217803842" sldId="277"/>
            <ac:spMk id="8" creationId="{77B900A2-6D2F-4375-A1AF-C85A1C7F76F9}"/>
          </ac:spMkLst>
        </pc:spChg>
        <pc:picChg chg="del mod">
          <ac:chgData name="Gopal Sonune" userId="a84d000b-e407-4958-bec6-a75de855f8bf" providerId="ADAL" clId="{75CF20B7-B0F5-493E-BE22-AC5ADE74EBAA}" dt="2022-04-26T11:02:00.589" v="3191" actId="478"/>
          <ac:picMkLst>
            <pc:docMk/>
            <pc:sldMk cId="1217803842" sldId="277"/>
            <ac:picMk id="7" creationId="{CDFF3A47-B4D7-4D82-BBC2-AD69FCCD6851}"/>
          </ac:picMkLst>
        </pc:picChg>
        <pc:picChg chg="del">
          <ac:chgData name="Gopal Sonune" userId="a84d000b-e407-4958-bec6-a75de855f8bf" providerId="ADAL" clId="{75CF20B7-B0F5-493E-BE22-AC5ADE74EBAA}" dt="2022-04-26T11:02:04.746" v="3193" actId="478"/>
          <ac:picMkLst>
            <pc:docMk/>
            <pc:sldMk cId="1217803842" sldId="277"/>
            <ac:picMk id="9" creationId="{9149AB03-EB68-4B3F-B0AF-25FE84152814}"/>
          </ac:picMkLst>
        </pc:picChg>
      </pc:sldChg>
      <pc:sldChg chg="modSp add mod">
        <pc:chgData name="Gopal Sonune" userId="a84d000b-e407-4958-bec6-a75de855f8bf" providerId="ADAL" clId="{75CF20B7-B0F5-493E-BE22-AC5ADE74EBAA}" dt="2022-04-27T05:46:43.957" v="4547" actId="20577"/>
        <pc:sldMkLst>
          <pc:docMk/>
          <pc:sldMk cId="1011311557" sldId="278"/>
        </pc:sldMkLst>
        <pc:spChg chg="mod">
          <ac:chgData name="Gopal Sonune" userId="a84d000b-e407-4958-bec6-a75de855f8bf" providerId="ADAL" clId="{75CF20B7-B0F5-493E-BE22-AC5ADE74EBAA}" dt="2022-04-26T17:21:56.665" v="4317" actId="20577"/>
          <ac:spMkLst>
            <pc:docMk/>
            <pc:sldMk cId="1011311557" sldId="278"/>
            <ac:spMk id="2" creationId="{CCABD39B-993B-4FA9-A9D7-A49D7CFC1BEF}"/>
          </ac:spMkLst>
        </pc:spChg>
        <pc:spChg chg="mod">
          <ac:chgData name="Gopal Sonune" userId="a84d000b-e407-4958-bec6-a75de855f8bf" providerId="ADAL" clId="{75CF20B7-B0F5-493E-BE22-AC5ADE74EBAA}" dt="2022-04-27T05:46:43.957" v="4547" actId="20577"/>
          <ac:spMkLst>
            <pc:docMk/>
            <pc:sldMk cId="1011311557" sldId="278"/>
            <ac:spMk id="8" creationId="{77B900A2-6D2F-4375-A1AF-C85A1C7F76F9}"/>
          </ac:spMkLst>
        </pc:spChg>
      </pc:sldChg>
      <pc:sldChg chg="addSp delSp modSp add mod modAnim">
        <pc:chgData name="Gopal Sonune" userId="a84d000b-e407-4958-bec6-a75de855f8bf" providerId="ADAL" clId="{75CF20B7-B0F5-493E-BE22-AC5ADE74EBAA}" dt="2022-04-27T05:39:40.990" v="4530" actId="1076"/>
        <pc:sldMkLst>
          <pc:docMk/>
          <pc:sldMk cId="213164181" sldId="279"/>
        </pc:sldMkLst>
        <pc:spChg chg="mod">
          <ac:chgData name="Gopal Sonune" userId="a84d000b-e407-4958-bec6-a75de855f8bf" providerId="ADAL" clId="{75CF20B7-B0F5-493E-BE22-AC5ADE74EBAA}" dt="2022-04-27T05:19:57.045" v="4412" actId="20577"/>
          <ac:spMkLst>
            <pc:docMk/>
            <pc:sldMk cId="213164181" sldId="279"/>
            <ac:spMk id="2" creationId="{CCABD39B-993B-4FA9-A9D7-A49D7CFC1BEF}"/>
          </ac:spMkLst>
        </pc:spChg>
        <pc:spChg chg="add del mod">
          <ac:chgData name="Gopal Sonune" userId="a84d000b-e407-4958-bec6-a75de855f8bf" providerId="ADAL" clId="{75CF20B7-B0F5-493E-BE22-AC5ADE74EBAA}" dt="2022-04-26T18:27:59.496" v="4320" actId="22"/>
          <ac:spMkLst>
            <pc:docMk/>
            <pc:sldMk cId="213164181" sldId="279"/>
            <ac:spMk id="5" creationId="{44C5AA8A-44E4-4E4B-AB3D-BD320ADBD108}"/>
          </ac:spMkLst>
        </pc:spChg>
        <pc:spChg chg="del">
          <ac:chgData name="Gopal Sonune" userId="a84d000b-e407-4958-bec6-a75de855f8bf" providerId="ADAL" clId="{75CF20B7-B0F5-493E-BE22-AC5ADE74EBAA}" dt="2022-04-26T18:27:55.353" v="4319" actId="478"/>
          <ac:spMkLst>
            <pc:docMk/>
            <pc:sldMk cId="213164181" sldId="279"/>
            <ac:spMk id="8" creationId="{77B900A2-6D2F-4375-A1AF-C85A1C7F76F9}"/>
          </ac:spMkLst>
        </pc:spChg>
        <pc:spChg chg="add del mod">
          <ac:chgData name="Gopal Sonune" userId="a84d000b-e407-4958-bec6-a75de855f8bf" providerId="ADAL" clId="{75CF20B7-B0F5-493E-BE22-AC5ADE74EBAA}" dt="2022-04-27T05:17:38.464" v="4375" actId="767"/>
          <ac:spMkLst>
            <pc:docMk/>
            <pc:sldMk cId="213164181" sldId="279"/>
            <ac:spMk id="15" creationId="{5C3A2514-9FC0-4263-8B83-98D878C37691}"/>
          </ac:spMkLst>
        </pc:spChg>
        <pc:spChg chg="add del mod">
          <ac:chgData name="Gopal Sonune" userId="a84d000b-e407-4958-bec6-a75de855f8bf" providerId="ADAL" clId="{75CF20B7-B0F5-493E-BE22-AC5ADE74EBAA}" dt="2022-04-27T05:17:33.841" v="4368"/>
          <ac:spMkLst>
            <pc:docMk/>
            <pc:sldMk cId="213164181" sldId="279"/>
            <ac:spMk id="18" creationId="{B9445CE4-00A1-4736-B9E3-E170AB2CBCD2}"/>
          </ac:spMkLst>
        </pc:spChg>
        <pc:spChg chg="add mod">
          <ac:chgData name="Gopal Sonune" userId="a84d000b-e407-4958-bec6-a75de855f8bf" providerId="ADAL" clId="{75CF20B7-B0F5-493E-BE22-AC5ADE74EBAA}" dt="2022-04-27T05:39:40.990" v="4530" actId="1076"/>
          <ac:spMkLst>
            <pc:docMk/>
            <pc:sldMk cId="213164181" sldId="279"/>
            <ac:spMk id="19" creationId="{139ABD1A-99E8-4597-80FB-FC8862065D29}"/>
          </ac:spMkLst>
        </pc:spChg>
        <pc:spChg chg="add mod">
          <ac:chgData name="Gopal Sonune" userId="a84d000b-e407-4958-bec6-a75de855f8bf" providerId="ADAL" clId="{75CF20B7-B0F5-493E-BE22-AC5ADE74EBAA}" dt="2022-04-27T05:39:23.941" v="4527" actId="20577"/>
          <ac:spMkLst>
            <pc:docMk/>
            <pc:sldMk cId="213164181" sldId="279"/>
            <ac:spMk id="20" creationId="{AC05DC12-7FC8-4FF7-BCFF-8B72D783F0A1}"/>
          </ac:spMkLst>
        </pc:spChg>
        <pc:picChg chg="add mod ord">
          <ac:chgData name="Gopal Sonune" userId="a84d000b-e407-4958-bec6-a75de855f8bf" providerId="ADAL" clId="{75CF20B7-B0F5-493E-BE22-AC5ADE74EBAA}" dt="2022-04-27T05:38:53.170" v="4495" actId="1076"/>
          <ac:picMkLst>
            <pc:docMk/>
            <pc:sldMk cId="213164181" sldId="279"/>
            <ac:picMk id="7" creationId="{4A241F83-8007-4908-BE2B-905BC3B094A5}"/>
          </ac:picMkLst>
        </pc:picChg>
        <pc:picChg chg="add mod">
          <ac:chgData name="Gopal Sonune" userId="a84d000b-e407-4958-bec6-a75de855f8bf" providerId="ADAL" clId="{75CF20B7-B0F5-493E-BE22-AC5ADE74EBAA}" dt="2022-04-27T05:38:55.318" v="4496" actId="1076"/>
          <ac:picMkLst>
            <pc:docMk/>
            <pc:sldMk cId="213164181" sldId="279"/>
            <ac:picMk id="10" creationId="{FC059111-536D-4DC7-9CAE-A5CF32B122C7}"/>
          </ac:picMkLst>
        </pc:picChg>
        <pc:picChg chg="add mod">
          <ac:chgData name="Gopal Sonune" userId="a84d000b-e407-4958-bec6-a75de855f8bf" providerId="ADAL" clId="{75CF20B7-B0F5-493E-BE22-AC5ADE74EBAA}" dt="2022-04-27T05:39:28.170" v="4528" actId="1076"/>
          <ac:picMkLst>
            <pc:docMk/>
            <pc:sldMk cId="213164181" sldId="279"/>
            <ac:picMk id="12" creationId="{EEFEDD92-3328-4E09-B26A-EEE913BD92C6}"/>
          </ac:picMkLst>
        </pc:picChg>
        <pc:picChg chg="add mod">
          <ac:chgData name="Gopal Sonune" userId="a84d000b-e407-4958-bec6-a75de855f8bf" providerId="ADAL" clId="{75CF20B7-B0F5-493E-BE22-AC5ADE74EBAA}" dt="2022-04-27T05:39:33.819" v="4529" actId="1076"/>
          <ac:picMkLst>
            <pc:docMk/>
            <pc:sldMk cId="213164181" sldId="279"/>
            <ac:picMk id="14" creationId="{93038180-2768-423F-B780-10515FED2272}"/>
          </ac:picMkLst>
        </pc:picChg>
        <pc:picChg chg="add del">
          <ac:chgData name="Gopal Sonune" userId="a84d000b-e407-4958-bec6-a75de855f8bf" providerId="ADAL" clId="{75CF20B7-B0F5-493E-BE22-AC5ADE74EBAA}" dt="2022-04-27T05:17:35.903" v="4371" actId="22"/>
          <ac:picMkLst>
            <pc:docMk/>
            <pc:sldMk cId="213164181" sldId="279"/>
            <ac:picMk id="17" creationId="{C1017DB2-A1F9-4488-BCBA-7A9E8228621E}"/>
          </ac:picMkLst>
        </pc:picChg>
      </pc:sldChg>
      <pc:sldChg chg="addSp delSp modSp add mod modAnim">
        <pc:chgData name="Gopal Sonune" userId="a84d000b-e407-4958-bec6-a75de855f8bf" providerId="ADAL" clId="{75CF20B7-B0F5-493E-BE22-AC5ADE74EBAA}" dt="2022-04-27T05:51:28.204" v="4577"/>
        <pc:sldMkLst>
          <pc:docMk/>
          <pc:sldMk cId="835719954" sldId="280"/>
        </pc:sldMkLst>
        <pc:spChg chg="mod">
          <ac:chgData name="Gopal Sonune" userId="a84d000b-e407-4958-bec6-a75de855f8bf" providerId="ADAL" clId="{75CF20B7-B0F5-493E-BE22-AC5ADE74EBAA}" dt="2022-04-27T05:22:16.496" v="4413"/>
          <ac:spMkLst>
            <pc:docMk/>
            <pc:sldMk cId="835719954" sldId="280"/>
            <ac:spMk id="2" creationId="{CCABD39B-993B-4FA9-A9D7-A49D7CFC1BEF}"/>
          </ac:spMkLst>
        </pc:spChg>
        <pc:spChg chg="add del mod">
          <ac:chgData name="Gopal Sonune" userId="a84d000b-e407-4958-bec6-a75de855f8bf" providerId="ADAL" clId="{75CF20B7-B0F5-493E-BE22-AC5ADE74EBAA}" dt="2022-04-26T18:32:44.270" v="4341" actId="478"/>
          <ac:spMkLst>
            <pc:docMk/>
            <pc:sldMk cId="835719954" sldId="280"/>
            <ac:spMk id="5" creationId="{672FA6CA-6913-46E1-A90E-23AEFB2E0F06}"/>
          </ac:spMkLst>
        </pc:spChg>
        <pc:picChg chg="del">
          <ac:chgData name="Gopal Sonune" userId="a84d000b-e407-4958-bec6-a75de855f8bf" providerId="ADAL" clId="{75CF20B7-B0F5-493E-BE22-AC5ADE74EBAA}" dt="2022-04-26T18:32:27.161" v="4338" actId="478"/>
          <ac:picMkLst>
            <pc:docMk/>
            <pc:sldMk cId="835719954" sldId="280"/>
            <ac:picMk id="7" creationId="{4A241F83-8007-4908-BE2B-905BC3B094A5}"/>
          </ac:picMkLst>
        </pc:picChg>
        <pc:picChg chg="add mod">
          <ac:chgData name="Gopal Sonune" userId="a84d000b-e407-4958-bec6-a75de855f8bf" providerId="ADAL" clId="{75CF20B7-B0F5-493E-BE22-AC5ADE74EBAA}" dt="2022-04-26T18:33:17.553" v="4346" actId="14100"/>
          <ac:picMkLst>
            <pc:docMk/>
            <pc:sldMk cId="835719954" sldId="280"/>
            <ac:picMk id="8" creationId="{2BB6E315-2AD1-43FD-9B17-9232071251B2}"/>
          </ac:picMkLst>
        </pc:picChg>
        <pc:picChg chg="del">
          <ac:chgData name="Gopal Sonune" userId="a84d000b-e407-4958-bec6-a75de855f8bf" providerId="ADAL" clId="{75CF20B7-B0F5-493E-BE22-AC5ADE74EBAA}" dt="2022-04-26T18:32:30.060" v="4339" actId="478"/>
          <ac:picMkLst>
            <pc:docMk/>
            <pc:sldMk cId="835719954" sldId="280"/>
            <ac:picMk id="10" creationId="{FC059111-536D-4DC7-9CAE-A5CF32B122C7}"/>
          </ac:picMkLst>
        </pc:picChg>
        <pc:picChg chg="del">
          <ac:chgData name="Gopal Sonune" userId="a84d000b-e407-4958-bec6-a75de855f8bf" providerId="ADAL" clId="{75CF20B7-B0F5-493E-BE22-AC5ADE74EBAA}" dt="2022-04-26T18:32:46.813" v="4342" actId="478"/>
          <ac:picMkLst>
            <pc:docMk/>
            <pc:sldMk cId="835719954" sldId="280"/>
            <ac:picMk id="12" creationId="{EEFEDD92-3328-4E09-B26A-EEE913BD92C6}"/>
          </ac:picMkLst>
        </pc:picChg>
        <pc:picChg chg="add mod">
          <ac:chgData name="Gopal Sonune" userId="a84d000b-e407-4958-bec6-a75de855f8bf" providerId="ADAL" clId="{75CF20B7-B0F5-493E-BE22-AC5ADE74EBAA}" dt="2022-04-27T05:51:22.791" v="4576" actId="1440"/>
          <ac:picMkLst>
            <pc:docMk/>
            <pc:sldMk cId="835719954" sldId="280"/>
            <ac:picMk id="13" creationId="{6E785640-8B38-4000-AEA1-6058EFA8CA0E}"/>
          </ac:picMkLst>
        </pc:picChg>
        <pc:picChg chg="del">
          <ac:chgData name="Gopal Sonune" userId="a84d000b-e407-4958-bec6-a75de855f8bf" providerId="ADAL" clId="{75CF20B7-B0F5-493E-BE22-AC5ADE74EBAA}" dt="2022-04-26T18:32:37.494" v="4340" actId="478"/>
          <ac:picMkLst>
            <pc:docMk/>
            <pc:sldMk cId="835719954" sldId="280"/>
            <ac:picMk id="14" creationId="{93038180-2768-423F-B780-10515FED2272}"/>
          </ac:picMkLst>
        </pc:picChg>
      </pc:sldChg>
      <pc:sldChg chg="addSp delSp modSp add mod modAnim">
        <pc:chgData name="Gopal Sonune" userId="a84d000b-e407-4958-bec6-a75de855f8bf" providerId="ADAL" clId="{75CF20B7-B0F5-493E-BE22-AC5ADE74EBAA}" dt="2022-04-27T05:51:46.522" v="4580" actId="1440"/>
        <pc:sldMkLst>
          <pc:docMk/>
          <pc:sldMk cId="979463132" sldId="281"/>
        </pc:sldMkLst>
        <pc:spChg chg="mod">
          <ac:chgData name="Gopal Sonune" userId="a84d000b-e407-4958-bec6-a75de855f8bf" providerId="ADAL" clId="{75CF20B7-B0F5-493E-BE22-AC5ADE74EBAA}" dt="2022-04-27T05:22:21.116" v="4414"/>
          <ac:spMkLst>
            <pc:docMk/>
            <pc:sldMk cId="979463132" sldId="281"/>
            <ac:spMk id="2" creationId="{CCABD39B-993B-4FA9-A9D7-A49D7CFC1BEF}"/>
          </ac:spMkLst>
        </pc:spChg>
        <pc:picChg chg="add mod">
          <ac:chgData name="Gopal Sonune" userId="a84d000b-e407-4958-bec6-a75de855f8bf" providerId="ADAL" clId="{75CF20B7-B0F5-493E-BE22-AC5ADE74EBAA}" dt="2022-04-26T18:33:27.695" v="4350" actId="1076"/>
          <ac:picMkLst>
            <pc:docMk/>
            <pc:sldMk cId="979463132" sldId="281"/>
            <ac:picMk id="5" creationId="{805AA2BC-9B2B-4F79-9020-A60CFE43A8EC}"/>
          </ac:picMkLst>
        </pc:picChg>
        <pc:picChg chg="add mod">
          <ac:chgData name="Gopal Sonune" userId="a84d000b-e407-4958-bec6-a75de855f8bf" providerId="ADAL" clId="{75CF20B7-B0F5-493E-BE22-AC5ADE74EBAA}" dt="2022-04-27T05:51:46.522" v="4580" actId="1440"/>
          <ac:picMkLst>
            <pc:docMk/>
            <pc:sldMk cId="979463132" sldId="281"/>
            <ac:picMk id="7" creationId="{B11F13C2-0118-458C-BD84-C1127EE8A919}"/>
          </ac:picMkLst>
        </pc:picChg>
        <pc:picChg chg="del">
          <ac:chgData name="Gopal Sonune" userId="a84d000b-e407-4958-bec6-a75de855f8bf" providerId="ADAL" clId="{75CF20B7-B0F5-493E-BE22-AC5ADE74EBAA}" dt="2022-04-26T18:33:23.202" v="4348" actId="478"/>
          <ac:picMkLst>
            <pc:docMk/>
            <pc:sldMk cId="979463132" sldId="281"/>
            <ac:picMk id="8" creationId="{2BB6E315-2AD1-43FD-9B17-9232071251B2}"/>
          </ac:picMkLst>
        </pc:picChg>
      </pc:sldChg>
      <pc:sldChg chg="addSp delSp modSp add mod modAnim">
        <pc:chgData name="Gopal Sonune" userId="a84d000b-e407-4958-bec6-a75de855f8bf" providerId="ADAL" clId="{75CF20B7-B0F5-493E-BE22-AC5ADE74EBAA}" dt="2022-04-27T05:51:57.132" v="4582" actId="1076"/>
        <pc:sldMkLst>
          <pc:docMk/>
          <pc:sldMk cId="3702957181" sldId="282"/>
        </pc:sldMkLst>
        <pc:spChg chg="mod">
          <ac:chgData name="Gopal Sonune" userId="a84d000b-e407-4958-bec6-a75de855f8bf" providerId="ADAL" clId="{75CF20B7-B0F5-493E-BE22-AC5ADE74EBAA}" dt="2022-04-27T05:22:24.734" v="4415"/>
          <ac:spMkLst>
            <pc:docMk/>
            <pc:sldMk cId="3702957181" sldId="282"/>
            <ac:spMk id="2" creationId="{CCABD39B-993B-4FA9-A9D7-A49D7CFC1BEF}"/>
          </ac:spMkLst>
        </pc:spChg>
        <pc:picChg chg="del">
          <ac:chgData name="Gopal Sonune" userId="a84d000b-e407-4958-bec6-a75de855f8bf" providerId="ADAL" clId="{75CF20B7-B0F5-493E-BE22-AC5ADE74EBAA}" dt="2022-04-26T18:34:23.704" v="4352" actId="478"/>
          <ac:picMkLst>
            <pc:docMk/>
            <pc:sldMk cId="3702957181" sldId="282"/>
            <ac:picMk id="5" creationId="{805AA2BC-9B2B-4F79-9020-A60CFE43A8EC}"/>
          </ac:picMkLst>
        </pc:picChg>
        <pc:picChg chg="add mod">
          <ac:chgData name="Gopal Sonune" userId="a84d000b-e407-4958-bec6-a75de855f8bf" providerId="ADAL" clId="{75CF20B7-B0F5-493E-BE22-AC5ADE74EBAA}" dt="2022-04-26T18:34:31.085" v="4355" actId="1076"/>
          <ac:picMkLst>
            <pc:docMk/>
            <pc:sldMk cId="3702957181" sldId="282"/>
            <ac:picMk id="6" creationId="{1F75FDD2-8005-4397-BDA9-D852142FCECD}"/>
          </ac:picMkLst>
        </pc:picChg>
        <pc:picChg chg="add mod">
          <ac:chgData name="Gopal Sonune" userId="a84d000b-e407-4958-bec6-a75de855f8bf" providerId="ADAL" clId="{75CF20B7-B0F5-493E-BE22-AC5ADE74EBAA}" dt="2022-04-27T05:51:57.132" v="4582" actId="1076"/>
          <ac:picMkLst>
            <pc:docMk/>
            <pc:sldMk cId="3702957181" sldId="282"/>
            <ac:picMk id="7" creationId="{37591A4D-AA52-4F2C-8274-DBE35063072E}"/>
          </ac:picMkLst>
        </pc:picChg>
      </pc:sldChg>
      <pc:sldChg chg="new del">
        <pc:chgData name="Gopal Sonune" userId="a84d000b-e407-4958-bec6-a75de855f8bf" providerId="ADAL" clId="{75CF20B7-B0F5-493E-BE22-AC5ADE74EBAA}" dt="2022-04-27T05:19:13.219" v="4390" actId="680"/>
        <pc:sldMkLst>
          <pc:docMk/>
          <pc:sldMk cId="374950011" sldId="283"/>
        </pc:sldMkLst>
      </pc:sldChg>
      <pc:sldChg chg="addSp delSp modSp add mod delAnim">
        <pc:chgData name="Gopal Sonune" userId="a84d000b-e407-4958-bec6-a75de855f8bf" providerId="ADAL" clId="{75CF20B7-B0F5-493E-BE22-AC5ADE74EBAA}" dt="2022-04-27T05:41:56.006" v="4541" actId="1440"/>
        <pc:sldMkLst>
          <pc:docMk/>
          <pc:sldMk cId="2127313702" sldId="283"/>
        </pc:sldMkLst>
        <pc:spChg chg="mod">
          <ac:chgData name="Gopal Sonune" userId="a84d000b-e407-4958-bec6-a75de855f8bf" providerId="ADAL" clId="{75CF20B7-B0F5-493E-BE22-AC5ADE74EBAA}" dt="2022-04-27T05:22:39.672" v="4434" actId="20577"/>
          <ac:spMkLst>
            <pc:docMk/>
            <pc:sldMk cId="2127313702" sldId="283"/>
            <ac:spMk id="2" creationId="{CCABD39B-993B-4FA9-A9D7-A49D7CFC1BEF}"/>
          </ac:spMkLst>
        </pc:spChg>
        <pc:graphicFrameChg chg="del">
          <ac:chgData name="Gopal Sonune" userId="a84d000b-e407-4958-bec6-a75de855f8bf" providerId="ADAL" clId="{75CF20B7-B0F5-493E-BE22-AC5ADE74EBAA}" dt="2022-04-27T05:29:35.862" v="4438" actId="478"/>
          <ac:graphicFrameMkLst>
            <pc:docMk/>
            <pc:sldMk cId="2127313702" sldId="283"/>
            <ac:graphicFrameMk id="3" creationId="{DB599A45-54D9-421B-A12A-96794EB25217}"/>
          </ac:graphicFrameMkLst>
        </pc:graphicFrameChg>
        <pc:graphicFrameChg chg="del">
          <ac:chgData name="Gopal Sonune" userId="a84d000b-e407-4958-bec6-a75de855f8bf" providerId="ADAL" clId="{75CF20B7-B0F5-493E-BE22-AC5ADE74EBAA}" dt="2022-04-27T05:29:34.119" v="4437" actId="478"/>
          <ac:graphicFrameMkLst>
            <pc:docMk/>
            <pc:sldMk cId="2127313702" sldId="283"/>
            <ac:graphicFrameMk id="5" creationId="{F736392F-9D1D-41E3-B07B-260E44AC1C0F}"/>
          </ac:graphicFrameMkLst>
        </pc:graphicFrameChg>
        <pc:graphicFrameChg chg="del">
          <ac:chgData name="Gopal Sonune" userId="a84d000b-e407-4958-bec6-a75de855f8bf" providerId="ADAL" clId="{75CF20B7-B0F5-493E-BE22-AC5ADE74EBAA}" dt="2022-04-27T05:29:31.679" v="4436" actId="478"/>
          <ac:graphicFrameMkLst>
            <pc:docMk/>
            <pc:sldMk cId="2127313702" sldId="283"/>
            <ac:graphicFrameMk id="7" creationId="{CDF230D9-E2F2-4FCD-8777-71B328FECBFE}"/>
          </ac:graphicFrameMkLst>
        </pc:graphicFrameChg>
        <pc:graphicFrameChg chg="del">
          <ac:chgData name="Gopal Sonune" userId="a84d000b-e407-4958-bec6-a75de855f8bf" providerId="ADAL" clId="{75CF20B7-B0F5-493E-BE22-AC5ADE74EBAA}" dt="2022-04-27T05:29:31.276" v="4435" actId="478"/>
          <ac:graphicFrameMkLst>
            <pc:docMk/>
            <pc:sldMk cId="2127313702" sldId="283"/>
            <ac:graphicFrameMk id="8" creationId="{67B0F641-D729-4C41-9F0E-69D941C6BA3F}"/>
          </ac:graphicFrameMkLst>
        </pc:graphicFrameChg>
        <pc:picChg chg="del">
          <ac:chgData name="Gopal Sonune" userId="a84d000b-e407-4958-bec6-a75de855f8bf" providerId="ADAL" clId="{75CF20B7-B0F5-493E-BE22-AC5ADE74EBAA}" dt="2022-04-27T05:29:42.735" v="4439" actId="478"/>
          <ac:picMkLst>
            <pc:docMk/>
            <pc:sldMk cId="2127313702" sldId="283"/>
            <ac:picMk id="6" creationId="{1F75FDD2-8005-4397-BDA9-D852142FCECD}"/>
          </ac:picMkLst>
        </pc:picChg>
        <pc:picChg chg="add mod">
          <ac:chgData name="Gopal Sonune" userId="a84d000b-e407-4958-bec6-a75de855f8bf" providerId="ADAL" clId="{75CF20B7-B0F5-493E-BE22-AC5ADE74EBAA}" dt="2022-04-27T05:41:56.006" v="4541" actId="1440"/>
          <ac:picMkLst>
            <pc:docMk/>
            <pc:sldMk cId="2127313702" sldId="283"/>
            <ac:picMk id="10" creationId="{62150F4F-FB2F-4404-B554-0B8006251914}"/>
          </ac:picMkLst>
        </pc:picChg>
        <pc:picChg chg="add del mod">
          <ac:chgData name="Gopal Sonune" userId="a84d000b-e407-4958-bec6-a75de855f8bf" providerId="ADAL" clId="{75CF20B7-B0F5-493E-BE22-AC5ADE74EBAA}" dt="2022-04-27T05:40:51.056" v="4531" actId="478"/>
          <ac:picMkLst>
            <pc:docMk/>
            <pc:sldMk cId="2127313702" sldId="283"/>
            <ac:picMk id="12" creationId="{0FB57932-9A47-40E3-BA96-65493BCCBB2C}"/>
          </ac:picMkLst>
        </pc:picChg>
        <pc:picChg chg="add mod">
          <ac:chgData name="Gopal Sonune" userId="a84d000b-e407-4958-bec6-a75de855f8bf" providerId="ADAL" clId="{75CF20B7-B0F5-493E-BE22-AC5ADE74EBAA}" dt="2022-04-27T05:41:52.610" v="4540" actId="1440"/>
          <ac:picMkLst>
            <pc:docMk/>
            <pc:sldMk cId="2127313702" sldId="283"/>
            <ac:picMk id="14" creationId="{53BF54E6-E666-49AA-BA67-A7D7DCDC8862}"/>
          </ac:picMkLst>
        </pc:picChg>
      </pc:sldChg>
      <pc:sldChg chg="addSp delSp modSp add mod delAnim modAnim">
        <pc:chgData name="Gopal Sonune" userId="a84d000b-e407-4958-bec6-a75de855f8bf" providerId="ADAL" clId="{75CF20B7-B0F5-493E-BE22-AC5ADE74EBAA}" dt="2022-04-27T05:49:30.188" v="4573" actId="14100"/>
        <pc:sldMkLst>
          <pc:docMk/>
          <pc:sldMk cId="3380259702" sldId="284"/>
        </pc:sldMkLst>
        <pc:spChg chg="mod">
          <ac:chgData name="Gopal Sonune" userId="a84d000b-e407-4958-bec6-a75de855f8bf" providerId="ADAL" clId="{75CF20B7-B0F5-493E-BE22-AC5ADE74EBAA}" dt="2022-04-27T05:37:42.548" v="4483" actId="1076"/>
          <ac:spMkLst>
            <pc:docMk/>
            <pc:sldMk cId="3380259702" sldId="284"/>
            <ac:spMk id="4" creationId="{8A78FC06-52A7-4C38-9C08-09D279AB6BEC}"/>
          </ac:spMkLst>
        </pc:spChg>
        <pc:spChg chg="add mod">
          <ac:chgData name="Gopal Sonune" userId="a84d000b-e407-4958-bec6-a75de855f8bf" providerId="ADAL" clId="{75CF20B7-B0F5-493E-BE22-AC5ADE74EBAA}" dt="2022-04-27T05:37:05.388" v="4475" actId="20577"/>
          <ac:spMkLst>
            <pc:docMk/>
            <pc:sldMk cId="3380259702" sldId="284"/>
            <ac:spMk id="7" creationId="{101CE76F-3C06-4A96-84F1-46A82DF59316}"/>
          </ac:spMkLst>
        </pc:spChg>
        <pc:spChg chg="add mod">
          <ac:chgData name="Gopal Sonune" userId="a84d000b-e407-4958-bec6-a75de855f8bf" providerId="ADAL" clId="{75CF20B7-B0F5-493E-BE22-AC5ADE74EBAA}" dt="2022-04-27T05:38:39.294" v="4494" actId="13822"/>
          <ac:spMkLst>
            <pc:docMk/>
            <pc:sldMk cId="3380259702" sldId="284"/>
            <ac:spMk id="10" creationId="{E85DFD72-5276-4E46-8F91-3CCB28DF8482}"/>
          </ac:spMkLst>
        </pc:spChg>
        <pc:spChg chg="add mod">
          <ac:chgData name="Gopal Sonune" userId="a84d000b-e407-4958-bec6-a75de855f8bf" providerId="ADAL" clId="{75CF20B7-B0F5-493E-BE22-AC5ADE74EBAA}" dt="2022-04-27T05:49:09.909" v="4551" actId="20577"/>
          <ac:spMkLst>
            <pc:docMk/>
            <pc:sldMk cId="3380259702" sldId="284"/>
            <ac:spMk id="11" creationId="{F8D0AED1-DEF2-4359-8028-51DF1AFC5C21}"/>
          </ac:spMkLst>
        </pc:spChg>
        <pc:spChg chg="add mod">
          <ac:chgData name="Gopal Sonune" userId="a84d000b-e407-4958-bec6-a75de855f8bf" providerId="ADAL" clId="{75CF20B7-B0F5-493E-BE22-AC5ADE74EBAA}" dt="2022-04-27T05:49:30.188" v="4573" actId="14100"/>
          <ac:spMkLst>
            <pc:docMk/>
            <pc:sldMk cId="3380259702" sldId="284"/>
            <ac:spMk id="12" creationId="{18FBAFB0-E5AA-4F6C-BA05-9BA0F3205FAB}"/>
          </ac:spMkLst>
        </pc:spChg>
        <pc:picChg chg="add mod">
          <ac:chgData name="Gopal Sonune" userId="a84d000b-e407-4958-bec6-a75de855f8bf" providerId="ADAL" clId="{75CF20B7-B0F5-493E-BE22-AC5ADE74EBAA}" dt="2022-04-27T05:37:18.045" v="4480" actId="1440"/>
          <ac:picMkLst>
            <pc:docMk/>
            <pc:sldMk cId="3380259702" sldId="284"/>
            <ac:picMk id="5" creationId="{7EEC413C-D22E-47EB-B52F-3455269E0707}"/>
          </ac:picMkLst>
        </pc:picChg>
        <pc:picChg chg="del">
          <ac:chgData name="Gopal Sonune" userId="a84d000b-e407-4958-bec6-a75de855f8bf" providerId="ADAL" clId="{75CF20B7-B0F5-493E-BE22-AC5ADE74EBAA}" dt="2022-04-27T05:36:06.671" v="4451" actId="478"/>
          <ac:picMkLst>
            <pc:docMk/>
            <pc:sldMk cId="3380259702" sldId="284"/>
            <ac:picMk id="6" creationId="{1F75FDD2-8005-4397-BDA9-D852142FCECD}"/>
          </ac:picMkLst>
        </pc:picChg>
        <pc:picChg chg="add mod">
          <ac:chgData name="Gopal Sonune" userId="a84d000b-e407-4958-bec6-a75de855f8bf" providerId="ADAL" clId="{75CF20B7-B0F5-493E-BE22-AC5ADE74EBAA}" dt="2022-04-27T05:38:02.124" v="4490" actId="1076"/>
          <ac:picMkLst>
            <pc:docMk/>
            <pc:sldMk cId="3380259702" sldId="284"/>
            <ac:picMk id="9" creationId="{F6A3F6CD-E602-4F6E-97B2-DDD8B1F17557}"/>
          </ac:picMkLst>
        </pc:picChg>
      </pc:sldChg>
      <pc:sldChg chg="modSp add mod ord">
        <pc:chgData name="Gopal Sonune" userId="a84d000b-e407-4958-bec6-a75de855f8bf" providerId="ADAL" clId="{75CF20B7-B0F5-493E-BE22-AC5ADE74EBAA}" dt="2022-04-29T00:12:13.112" v="5049" actId="20577"/>
        <pc:sldMkLst>
          <pc:docMk/>
          <pc:sldMk cId="2831122742" sldId="285"/>
        </pc:sldMkLst>
        <pc:spChg chg="mod">
          <ac:chgData name="Gopal Sonune" userId="a84d000b-e407-4958-bec6-a75de855f8bf" providerId="ADAL" clId="{75CF20B7-B0F5-493E-BE22-AC5ADE74EBAA}" dt="2022-04-29T00:10:11.243" v="4962" actId="1076"/>
          <ac:spMkLst>
            <pc:docMk/>
            <pc:sldMk cId="2831122742" sldId="285"/>
            <ac:spMk id="2" creationId="{CCABD39B-993B-4FA9-A9D7-A49D7CFC1BEF}"/>
          </ac:spMkLst>
        </pc:spChg>
        <pc:spChg chg="mod">
          <ac:chgData name="Gopal Sonune" userId="a84d000b-e407-4958-bec6-a75de855f8bf" providerId="ADAL" clId="{75CF20B7-B0F5-493E-BE22-AC5ADE74EBAA}" dt="2022-04-29T00:12:13.112" v="5049" actId="20577"/>
          <ac:spMkLst>
            <pc:docMk/>
            <pc:sldMk cId="2831122742" sldId="285"/>
            <ac:spMk id="8" creationId="{77B900A2-6D2F-4375-A1AF-C85A1C7F76F9}"/>
          </ac:spMkLst>
        </pc:spChg>
      </pc:sldChg>
      <pc:sldChg chg="modSp add mod">
        <pc:chgData name="Gopal Sonune" userId="a84d000b-e407-4958-bec6-a75de855f8bf" providerId="ADAL" clId="{75CF20B7-B0F5-493E-BE22-AC5ADE74EBAA}" dt="2022-04-29T00:15:01.482" v="5078" actId="20577"/>
        <pc:sldMkLst>
          <pc:docMk/>
          <pc:sldMk cId="3721458800" sldId="286"/>
        </pc:sldMkLst>
        <pc:spChg chg="mod">
          <ac:chgData name="Gopal Sonune" userId="a84d000b-e407-4958-bec6-a75de855f8bf" providerId="ADAL" clId="{75CF20B7-B0F5-493E-BE22-AC5ADE74EBAA}" dt="2022-04-29T00:15:01.482" v="5078" actId="20577"/>
          <ac:spMkLst>
            <pc:docMk/>
            <pc:sldMk cId="3721458800" sldId="286"/>
            <ac:spMk id="8" creationId="{77B900A2-6D2F-4375-A1AF-C85A1C7F76F9}"/>
          </ac:spMkLst>
        </pc:spChg>
      </pc:sldChg>
      <pc:sldChg chg="addSp delSp modSp add mod ord">
        <pc:chgData name="Gopal Sonune" userId="a84d000b-e407-4958-bec6-a75de855f8bf" providerId="ADAL" clId="{75CF20B7-B0F5-493E-BE22-AC5ADE74EBAA}" dt="2022-04-29T00:40:57.249" v="5313" actId="20577"/>
        <pc:sldMkLst>
          <pc:docMk/>
          <pc:sldMk cId="735361194" sldId="287"/>
        </pc:sldMkLst>
        <pc:spChg chg="mod">
          <ac:chgData name="Gopal Sonune" userId="a84d000b-e407-4958-bec6-a75de855f8bf" providerId="ADAL" clId="{75CF20B7-B0F5-493E-BE22-AC5ADE74EBAA}" dt="2022-04-29T00:27:10.265" v="5190" actId="20577"/>
          <ac:spMkLst>
            <pc:docMk/>
            <pc:sldMk cId="735361194" sldId="287"/>
            <ac:spMk id="2" creationId="{CCABD39B-993B-4FA9-A9D7-A49D7CFC1BEF}"/>
          </ac:spMkLst>
        </pc:spChg>
        <pc:spChg chg="mod">
          <ac:chgData name="Gopal Sonune" userId="a84d000b-e407-4958-bec6-a75de855f8bf" providerId="ADAL" clId="{75CF20B7-B0F5-493E-BE22-AC5ADE74EBAA}" dt="2022-04-29T00:40:57.249" v="5313" actId="20577"/>
          <ac:spMkLst>
            <pc:docMk/>
            <pc:sldMk cId="735361194" sldId="287"/>
            <ac:spMk id="8" creationId="{77B900A2-6D2F-4375-A1AF-C85A1C7F76F9}"/>
          </ac:spMkLst>
        </pc:spChg>
        <pc:graphicFrameChg chg="add del mod modGraphic">
          <ac:chgData name="Gopal Sonune" userId="a84d000b-e407-4958-bec6-a75de855f8bf" providerId="ADAL" clId="{75CF20B7-B0F5-493E-BE22-AC5ADE74EBAA}" dt="2022-04-29T00:34:17.096" v="5252" actId="478"/>
          <ac:graphicFrameMkLst>
            <pc:docMk/>
            <pc:sldMk cId="735361194" sldId="287"/>
            <ac:graphicFrameMk id="3" creationId="{46432FE3-791E-E87A-2AFC-2BF57DAC7E49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9T00:36:33.630" v="5283" actId="242"/>
          <ac:graphicFrameMkLst>
            <pc:docMk/>
            <pc:sldMk cId="735361194" sldId="287"/>
            <ac:graphicFrameMk id="5" creationId="{B1C22568-FDC2-233B-93E8-04DDE672F10A}"/>
          </ac:graphicFrameMkLst>
        </pc:graphicFrameChg>
        <pc:graphicFrameChg chg="add del mod modGraphic">
          <ac:chgData name="Gopal Sonune" userId="a84d000b-e407-4958-bec6-a75de855f8bf" providerId="ADAL" clId="{75CF20B7-B0F5-493E-BE22-AC5ADE74EBAA}" dt="2022-04-29T00:35:31.036" v="5263" actId="478"/>
          <ac:graphicFrameMkLst>
            <pc:docMk/>
            <pc:sldMk cId="735361194" sldId="287"/>
            <ac:graphicFrameMk id="6" creationId="{81B11F58-6284-E95B-8222-CFABAE01A456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9T00:39:44.494" v="5292" actId="20577"/>
          <ac:graphicFrameMkLst>
            <pc:docMk/>
            <pc:sldMk cId="735361194" sldId="287"/>
            <ac:graphicFrameMk id="9" creationId="{CFA2AAC7-3D5E-3159-8168-E638A23C7347}"/>
          </ac:graphicFrameMkLst>
        </pc:graphicFrameChg>
        <pc:graphicFrameChg chg="add mod modGraphic">
          <ac:chgData name="Gopal Sonune" userId="a84d000b-e407-4958-bec6-a75de855f8bf" providerId="ADAL" clId="{75CF20B7-B0F5-493E-BE22-AC5ADE74EBAA}" dt="2022-04-29T00:39:50.610" v="5295" actId="20577"/>
          <ac:graphicFrameMkLst>
            <pc:docMk/>
            <pc:sldMk cId="735361194" sldId="287"/>
            <ac:graphicFrameMk id="10" creationId="{D4A8F9D9-C412-684A-F946-20C84AFE76A8}"/>
          </ac:graphicFrameMkLst>
        </pc:graphicFrameChg>
      </pc:sldChg>
      <pc:sldChg chg="addSp modSp add mod ord">
        <pc:chgData name="Gopal Sonune" userId="a84d000b-e407-4958-bec6-a75de855f8bf" providerId="ADAL" clId="{75CF20B7-B0F5-493E-BE22-AC5ADE74EBAA}" dt="2022-04-29T00:28:26.902" v="5202" actId="404"/>
        <pc:sldMkLst>
          <pc:docMk/>
          <pc:sldMk cId="910332992" sldId="288"/>
        </pc:sldMkLst>
        <pc:spChg chg="mod">
          <ac:chgData name="Gopal Sonune" userId="a84d000b-e407-4958-bec6-a75de855f8bf" providerId="ADAL" clId="{75CF20B7-B0F5-493E-BE22-AC5ADE74EBAA}" dt="2022-04-29T00:28:26.902" v="5202" actId="404"/>
          <ac:spMkLst>
            <pc:docMk/>
            <pc:sldMk cId="910332992" sldId="288"/>
            <ac:spMk id="2" creationId="{CCABD39B-993B-4FA9-A9D7-A49D7CFC1BEF}"/>
          </ac:spMkLst>
        </pc:spChg>
        <pc:spChg chg="mod">
          <ac:chgData name="Gopal Sonune" userId="a84d000b-e407-4958-bec6-a75de855f8bf" providerId="ADAL" clId="{75CF20B7-B0F5-493E-BE22-AC5ADE74EBAA}" dt="2022-04-29T00:23:05.992" v="5147" actId="27636"/>
          <ac:spMkLst>
            <pc:docMk/>
            <pc:sldMk cId="910332992" sldId="288"/>
            <ac:spMk id="8" creationId="{77B900A2-6D2F-4375-A1AF-C85A1C7F76F9}"/>
          </ac:spMkLst>
        </pc:spChg>
        <pc:graphicFrameChg chg="mod modGraphic">
          <ac:chgData name="Gopal Sonune" userId="a84d000b-e407-4958-bec6-a75de855f8bf" providerId="ADAL" clId="{75CF20B7-B0F5-493E-BE22-AC5ADE74EBAA}" dt="2022-04-29T00:24:44.925" v="5161" actId="1076"/>
          <ac:graphicFrameMkLst>
            <pc:docMk/>
            <pc:sldMk cId="910332992" sldId="288"/>
            <ac:graphicFrameMk id="3" creationId="{46432FE3-791E-E87A-2AFC-2BF57DAC7E49}"/>
          </ac:graphicFrameMkLst>
        </pc:graphicFrameChg>
        <pc:graphicFrameChg chg="mod modGraphic">
          <ac:chgData name="Gopal Sonune" userId="a84d000b-e407-4958-bec6-a75de855f8bf" providerId="ADAL" clId="{75CF20B7-B0F5-493E-BE22-AC5ADE74EBAA}" dt="2022-04-29T00:24:31.289" v="5159" actId="1076"/>
          <ac:graphicFrameMkLst>
            <pc:docMk/>
            <pc:sldMk cId="910332992" sldId="288"/>
            <ac:graphicFrameMk id="6" creationId="{81B11F58-6284-E95B-8222-CFABAE01A456}"/>
          </ac:graphicFrameMkLst>
        </pc:graphicFrameChg>
        <pc:picChg chg="add mod">
          <ac:chgData name="Gopal Sonune" userId="a84d000b-e407-4958-bec6-a75de855f8bf" providerId="ADAL" clId="{75CF20B7-B0F5-493E-BE22-AC5ADE74EBAA}" dt="2022-04-29T00:25:01.388" v="5164" actId="1076"/>
          <ac:picMkLst>
            <pc:docMk/>
            <pc:sldMk cId="910332992" sldId="288"/>
            <ac:picMk id="7" creationId="{E3D2E96F-5A47-659A-A7E0-1BBF647F55CF}"/>
          </ac:picMkLst>
        </pc:picChg>
      </pc:sldChg>
      <pc:sldChg chg="modSp add mod ord">
        <pc:chgData name="Gopal Sonune" userId="a84d000b-e407-4958-bec6-a75de855f8bf" providerId="ADAL" clId="{75CF20B7-B0F5-493E-BE22-AC5ADE74EBAA}" dt="2022-04-29T00:28:06.130" v="5199"/>
        <pc:sldMkLst>
          <pc:docMk/>
          <pc:sldMk cId="1925720092" sldId="289"/>
        </pc:sldMkLst>
        <pc:spChg chg="mod">
          <ac:chgData name="Gopal Sonune" userId="a84d000b-e407-4958-bec6-a75de855f8bf" providerId="ADAL" clId="{75CF20B7-B0F5-493E-BE22-AC5ADE74EBAA}" dt="2022-04-29T00:26:36.847" v="5186"/>
          <ac:spMkLst>
            <pc:docMk/>
            <pc:sldMk cId="1925720092" sldId="289"/>
            <ac:spMk id="8" creationId="{77B900A2-6D2F-4375-A1AF-C85A1C7F76F9}"/>
          </ac:spMkLst>
        </pc:spChg>
      </pc:sldChg>
      <pc:sldChg chg="modSp add mod ord">
        <pc:chgData name="Gopal Sonune" userId="a84d000b-e407-4958-bec6-a75de855f8bf" providerId="ADAL" clId="{75CF20B7-B0F5-493E-BE22-AC5ADE74EBAA}" dt="2022-04-29T00:31:17.972" v="5242"/>
        <pc:sldMkLst>
          <pc:docMk/>
          <pc:sldMk cId="4010064590" sldId="290"/>
        </pc:sldMkLst>
        <pc:spChg chg="mod">
          <ac:chgData name="Gopal Sonune" userId="a84d000b-e407-4958-bec6-a75de855f8bf" providerId="ADAL" clId="{75CF20B7-B0F5-493E-BE22-AC5ADE74EBAA}" dt="2022-04-29T00:29:20.632" v="5205" actId="404"/>
          <ac:spMkLst>
            <pc:docMk/>
            <pc:sldMk cId="4010064590" sldId="290"/>
            <ac:spMk id="2" creationId="{CCABD39B-993B-4FA9-A9D7-A49D7CFC1BEF}"/>
          </ac:spMkLst>
        </pc:spChg>
        <pc:spChg chg="mod">
          <ac:chgData name="Gopal Sonune" userId="a84d000b-e407-4958-bec6-a75de855f8bf" providerId="ADAL" clId="{75CF20B7-B0F5-493E-BE22-AC5ADE74EBAA}" dt="2022-04-29T00:31:17.972" v="5242"/>
          <ac:spMkLst>
            <pc:docMk/>
            <pc:sldMk cId="4010064590" sldId="290"/>
            <ac:spMk id="8" creationId="{77B900A2-6D2F-4375-A1AF-C85A1C7F76F9}"/>
          </ac:spMkLst>
        </pc:spChg>
      </pc:sldChg>
      <pc:sldChg chg="addSp delSp modSp add mod">
        <pc:chgData name="Gopal Sonune" userId="a84d000b-e407-4958-bec6-a75de855f8bf" providerId="ADAL" clId="{75CF20B7-B0F5-493E-BE22-AC5ADE74EBAA}" dt="2022-04-29T00:43:27.066" v="5326" actId="1440"/>
        <pc:sldMkLst>
          <pc:docMk/>
          <pc:sldMk cId="790771014" sldId="291"/>
        </pc:sldMkLst>
        <pc:spChg chg="mod">
          <ac:chgData name="Gopal Sonune" userId="a84d000b-e407-4958-bec6-a75de855f8bf" providerId="ADAL" clId="{75CF20B7-B0F5-493E-BE22-AC5ADE74EBAA}" dt="2022-04-29T00:42:59.092" v="5318" actId="27636"/>
          <ac:spMkLst>
            <pc:docMk/>
            <pc:sldMk cId="790771014" sldId="291"/>
            <ac:spMk id="8" creationId="{77B900A2-6D2F-4375-A1AF-C85A1C7F76F9}"/>
          </ac:spMkLst>
        </pc:spChg>
        <pc:graphicFrameChg chg="del modGraphic">
          <ac:chgData name="Gopal Sonune" userId="a84d000b-e407-4958-bec6-a75de855f8bf" providerId="ADAL" clId="{75CF20B7-B0F5-493E-BE22-AC5ADE74EBAA}" dt="2022-04-29T00:43:05.666" v="5320" actId="478"/>
          <ac:graphicFrameMkLst>
            <pc:docMk/>
            <pc:sldMk cId="790771014" sldId="291"/>
            <ac:graphicFrameMk id="5" creationId="{B1C22568-FDC2-233B-93E8-04DDE672F10A}"/>
          </ac:graphicFrameMkLst>
        </pc:graphicFrameChg>
        <pc:graphicFrameChg chg="del">
          <ac:chgData name="Gopal Sonune" userId="a84d000b-e407-4958-bec6-a75de855f8bf" providerId="ADAL" clId="{75CF20B7-B0F5-493E-BE22-AC5ADE74EBAA}" dt="2022-04-29T00:43:11.714" v="5322" actId="478"/>
          <ac:graphicFrameMkLst>
            <pc:docMk/>
            <pc:sldMk cId="790771014" sldId="291"/>
            <ac:graphicFrameMk id="9" creationId="{CFA2AAC7-3D5E-3159-8168-E638A23C7347}"/>
          </ac:graphicFrameMkLst>
        </pc:graphicFrameChg>
        <pc:graphicFrameChg chg="del">
          <ac:chgData name="Gopal Sonune" userId="a84d000b-e407-4958-bec6-a75de855f8bf" providerId="ADAL" clId="{75CF20B7-B0F5-493E-BE22-AC5ADE74EBAA}" dt="2022-04-29T00:43:14.298" v="5323" actId="478"/>
          <ac:graphicFrameMkLst>
            <pc:docMk/>
            <pc:sldMk cId="790771014" sldId="291"/>
            <ac:graphicFrameMk id="10" creationId="{D4A8F9D9-C412-684A-F946-20C84AFE76A8}"/>
          </ac:graphicFrameMkLst>
        </pc:graphicFrameChg>
        <pc:picChg chg="add mod">
          <ac:chgData name="Gopal Sonune" userId="a84d000b-e407-4958-bec6-a75de855f8bf" providerId="ADAL" clId="{75CF20B7-B0F5-493E-BE22-AC5ADE74EBAA}" dt="2022-04-29T00:43:27.066" v="5326" actId="1440"/>
          <ac:picMkLst>
            <pc:docMk/>
            <pc:sldMk cId="790771014" sldId="291"/>
            <ac:picMk id="6" creationId="{38F200F7-D957-DE64-0D4A-1E335243372D}"/>
          </ac:picMkLst>
        </pc:picChg>
      </pc:sldChg>
      <pc:sldChg chg="addSp delSp modSp add mod modShow">
        <pc:chgData name="Gopal Sonune" userId="a84d000b-e407-4958-bec6-a75de855f8bf" providerId="ADAL" clId="{75CF20B7-B0F5-493E-BE22-AC5ADE74EBAA}" dt="2022-04-29T07:42:38.602" v="5366" actId="20577"/>
        <pc:sldMkLst>
          <pc:docMk/>
          <pc:sldMk cId="1104751350" sldId="298"/>
        </pc:sldMkLst>
        <pc:spChg chg="del mod">
          <ac:chgData name="Gopal Sonune" userId="a84d000b-e407-4958-bec6-a75de855f8bf" providerId="ADAL" clId="{75CF20B7-B0F5-493E-BE22-AC5ADE74EBAA}" dt="2022-04-29T05:57:25.285" v="5346" actId="478"/>
          <ac:spMkLst>
            <pc:docMk/>
            <pc:sldMk cId="1104751350" sldId="298"/>
            <ac:spMk id="8" creationId="{77B900A2-6D2F-4375-A1AF-C85A1C7F76F9}"/>
          </ac:spMkLst>
        </pc:spChg>
        <pc:spChg chg="add del mod">
          <ac:chgData name="Gopal Sonune" userId="a84d000b-e407-4958-bec6-a75de855f8bf" providerId="ADAL" clId="{75CF20B7-B0F5-493E-BE22-AC5ADE74EBAA}" dt="2022-04-29T05:57:29.964" v="5347" actId="478"/>
          <ac:spMkLst>
            <pc:docMk/>
            <pc:sldMk cId="1104751350" sldId="298"/>
            <ac:spMk id="10" creationId="{75372E28-0960-A022-FDBA-0FDB46BCABAB}"/>
          </ac:spMkLst>
        </pc:spChg>
        <pc:spChg chg="add mod">
          <ac:chgData name="Gopal Sonune" userId="a84d000b-e407-4958-bec6-a75de855f8bf" providerId="ADAL" clId="{75CF20B7-B0F5-493E-BE22-AC5ADE74EBAA}" dt="2022-04-29T07:42:38.602" v="5366" actId="20577"/>
          <ac:spMkLst>
            <pc:docMk/>
            <pc:sldMk cId="1104751350" sldId="298"/>
            <ac:spMk id="11" creationId="{56151ACF-4F5A-89AA-8C91-E929C1F4E29C}"/>
          </ac:spMkLst>
        </pc:spChg>
        <pc:picChg chg="add mod">
          <ac:chgData name="Gopal Sonune" userId="a84d000b-e407-4958-bec6-a75de855f8bf" providerId="ADAL" clId="{75CF20B7-B0F5-493E-BE22-AC5ADE74EBAA}" dt="2022-04-29T05:55:26.278" v="5332" actId="1076"/>
          <ac:picMkLst>
            <pc:docMk/>
            <pc:sldMk cId="1104751350" sldId="298"/>
            <ac:picMk id="5" creationId="{B98D672E-5E75-2CEA-1E7D-DBCD4804F32C}"/>
          </ac:picMkLst>
        </pc:picChg>
        <pc:picChg chg="add mod">
          <ac:chgData name="Gopal Sonune" userId="a84d000b-e407-4958-bec6-a75de855f8bf" providerId="ADAL" clId="{75CF20B7-B0F5-493E-BE22-AC5ADE74EBAA}" dt="2022-04-29T05:55:52.605" v="5334" actId="1076"/>
          <ac:picMkLst>
            <pc:docMk/>
            <pc:sldMk cId="1104751350" sldId="298"/>
            <ac:picMk id="7" creationId="{F63BFD78-A6C1-C307-4634-5FC07830D2FE}"/>
          </ac:picMkLst>
        </pc:picChg>
      </pc:sldChg>
      <pc:sldChg chg="addSp delSp modSp add mod modShow">
        <pc:chgData name="Gopal Sonune" userId="a84d000b-e407-4958-bec6-a75de855f8bf" providerId="ADAL" clId="{75CF20B7-B0F5-493E-BE22-AC5ADE74EBAA}" dt="2022-04-29T06:40:40.136" v="5348" actId="729"/>
        <pc:sldMkLst>
          <pc:docMk/>
          <pc:sldMk cId="813462738" sldId="299"/>
        </pc:sldMkLst>
        <pc:spChg chg="del mod">
          <ac:chgData name="Gopal Sonune" userId="a84d000b-e407-4958-bec6-a75de855f8bf" providerId="ADAL" clId="{75CF20B7-B0F5-493E-BE22-AC5ADE74EBAA}" dt="2022-04-29T05:57:09.864" v="5343" actId="478"/>
          <ac:spMkLst>
            <pc:docMk/>
            <pc:sldMk cId="813462738" sldId="299"/>
            <ac:spMk id="8" creationId="{77B900A2-6D2F-4375-A1AF-C85A1C7F76F9}"/>
          </ac:spMkLst>
        </pc:spChg>
        <pc:picChg chg="del">
          <ac:chgData name="Gopal Sonune" userId="a84d000b-e407-4958-bec6-a75de855f8bf" providerId="ADAL" clId="{75CF20B7-B0F5-493E-BE22-AC5ADE74EBAA}" dt="2022-04-29T05:56:50.432" v="5337" actId="478"/>
          <ac:picMkLst>
            <pc:docMk/>
            <pc:sldMk cId="813462738" sldId="299"/>
            <ac:picMk id="5" creationId="{B98D672E-5E75-2CEA-1E7D-DBCD4804F32C}"/>
          </ac:picMkLst>
        </pc:picChg>
        <pc:picChg chg="add mod">
          <ac:chgData name="Gopal Sonune" userId="a84d000b-e407-4958-bec6-a75de855f8bf" providerId="ADAL" clId="{75CF20B7-B0F5-493E-BE22-AC5ADE74EBAA}" dt="2022-04-29T05:57:15.312" v="5345" actId="1076"/>
          <ac:picMkLst>
            <pc:docMk/>
            <pc:sldMk cId="813462738" sldId="299"/>
            <ac:picMk id="6" creationId="{E5CD0993-699E-BCE6-4FA1-90EA529E1119}"/>
          </ac:picMkLst>
        </pc:picChg>
        <pc:picChg chg="del">
          <ac:chgData name="Gopal Sonune" userId="a84d000b-e407-4958-bec6-a75de855f8bf" providerId="ADAL" clId="{75CF20B7-B0F5-493E-BE22-AC5ADE74EBAA}" dt="2022-04-29T05:56:51.855" v="5338" actId="478"/>
          <ac:picMkLst>
            <pc:docMk/>
            <pc:sldMk cId="813462738" sldId="299"/>
            <ac:picMk id="7" creationId="{F63BFD78-A6C1-C307-4634-5FC07830D2FE}"/>
          </ac:picMkLst>
        </pc:picChg>
      </pc:sldChg>
      <pc:sldChg chg="addSp modSp add mod ord">
        <pc:chgData name="Gopal Sonune" userId="a84d000b-e407-4958-bec6-a75de855f8bf" providerId="ADAL" clId="{75CF20B7-B0F5-493E-BE22-AC5ADE74EBAA}" dt="2022-05-03T17:15:52.721" v="5437" actId="14100"/>
        <pc:sldMkLst>
          <pc:docMk/>
          <pc:sldMk cId="1860335478" sldId="300"/>
        </pc:sldMkLst>
        <pc:spChg chg="mod">
          <ac:chgData name="Gopal Sonune" userId="a84d000b-e407-4958-bec6-a75de855f8bf" providerId="ADAL" clId="{75CF20B7-B0F5-493E-BE22-AC5ADE74EBAA}" dt="2022-05-03T13:28:31.596" v="5406" actId="20577"/>
          <ac:spMkLst>
            <pc:docMk/>
            <pc:sldMk cId="1860335478" sldId="300"/>
            <ac:spMk id="2" creationId="{CCABD39B-993B-4FA9-A9D7-A49D7CFC1BEF}"/>
          </ac:spMkLst>
        </pc:spChg>
        <pc:spChg chg="mod">
          <ac:chgData name="Gopal Sonune" userId="a84d000b-e407-4958-bec6-a75de855f8bf" providerId="ADAL" clId="{75CF20B7-B0F5-493E-BE22-AC5ADE74EBAA}" dt="2022-05-03T17:15:52.721" v="5437" actId="14100"/>
          <ac:spMkLst>
            <pc:docMk/>
            <pc:sldMk cId="1860335478" sldId="300"/>
            <ac:spMk id="8" creationId="{77B900A2-6D2F-4375-A1AF-C85A1C7F76F9}"/>
          </ac:spMkLst>
        </pc:spChg>
        <pc:picChg chg="add mod">
          <ac:chgData name="Gopal Sonune" userId="a84d000b-e407-4958-bec6-a75de855f8bf" providerId="ADAL" clId="{75CF20B7-B0F5-493E-BE22-AC5ADE74EBAA}" dt="2022-05-03T17:15:49.246" v="5436" actId="14100"/>
          <ac:picMkLst>
            <pc:docMk/>
            <pc:sldMk cId="1860335478" sldId="300"/>
            <ac:picMk id="5" creationId="{4860E8AA-B6AB-4814-8817-789D9C469887}"/>
          </ac:picMkLst>
        </pc:picChg>
      </pc:sldChg>
      <pc:sldChg chg="modSp add mod">
        <pc:chgData name="Gopal Sonune" userId="a84d000b-e407-4958-bec6-a75de855f8bf" providerId="ADAL" clId="{75CF20B7-B0F5-493E-BE22-AC5ADE74EBAA}" dt="2022-05-03T17:20:04.624" v="5462" actId="27636"/>
        <pc:sldMkLst>
          <pc:docMk/>
          <pc:sldMk cId="3477246749" sldId="301"/>
        </pc:sldMkLst>
        <pc:spChg chg="mod">
          <ac:chgData name="Gopal Sonune" userId="a84d000b-e407-4958-bec6-a75de855f8bf" providerId="ADAL" clId="{75CF20B7-B0F5-493E-BE22-AC5ADE74EBAA}" dt="2022-05-03T17:20:04.624" v="5462" actId="27636"/>
          <ac:spMkLst>
            <pc:docMk/>
            <pc:sldMk cId="3477246749" sldId="301"/>
            <ac:spMk id="8" creationId="{77B900A2-6D2F-4375-A1AF-C85A1C7F76F9}"/>
          </ac:spMkLst>
        </pc:spChg>
      </pc:sldChg>
      <pc:sldChg chg="modSp add mod">
        <pc:chgData name="Gopal Sonune" userId="a84d000b-e407-4958-bec6-a75de855f8bf" providerId="ADAL" clId="{75CF20B7-B0F5-493E-BE22-AC5ADE74EBAA}" dt="2022-05-03T17:21:02.062" v="5479" actId="20577"/>
        <pc:sldMkLst>
          <pc:docMk/>
          <pc:sldMk cId="651529288" sldId="302"/>
        </pc:sldMkLst>
        <pc:spChg chg="mod">
          <ac:chgData name="Gopal Sonune" userId="a84d000b-e407-4958-bec6-a75de855f8bf" providerId="ADAL" clId="{75CF20B7-B0F5-493E-BE22-AC5ADE74EBAA}" dt="2022-05-03T17:21:02.062" v="5479" actId="20577"/>
          <ac:spMkLst>
            <pc:docMk/>
            <pc:sldMk cId="651529288" sldId="302"/>
            <ac:spMk id="8" creationId="{77B900A2-6D2F-4375-A1AF-C85A1C7F76F9}"/>
          </ac:spMkLst>
        </pc:spChg>
      </pc:sldChg>
      <pc:sldChg chg="addSp modSp add mod">
        <pc:chgData name="Gopal Sonune" userId="a84d000b-e407-4958-bec6-a75de855f8bf" providerId="ADAL" clId="{75CF20B7-B0F5-493E-BE22-AC5ADE74EBAA}" dt="2022-05-03T17:48:13.057" v="5516" actId="1076"/>
        <pc:sldMkLst>
          <pc:docMk/>
          <pc:sldMk cId="3482155141" sldId="303"/>
        </pc:sldMkLst>
        <pc:spChg chg="mod">
          <ac:chgData name="Gopal Sonune" userId="a84d000b-e407-4958-bec6-a75de855f8bf" providerId="ADAL" clId="{75CF20B7-B0F5-493E-BE22-AC5ADE74EBAA}" dt="2022-05-03T17:22:19.693" v="5489" actId="20577"/>
          <ac:spMkLst>
            <pc:docMk/>
            <pc:sldMk cId="3482155141" sldId="303"/>
            <ac:spMk id="8" creationId="{77B900A2-6D2F-4375-A1AF-C85A1C7F76F9}"/>
          </ac:spMkLst>
        </pc:spChg>
        <pc:picChg chg="add mod">
          <ac:chgData name="Gopal Sonune" userId="a84d000b-e407-4958-bec6-a75de855f8bf" providerId="ADAL" clId="{75CF20B7-B0F5-493E-BE22-AC5ADE74EBAA}" dt="2022-05-03T17:48:13.057" v="5516" actId="1076"/>
          <ac:picMkLst>
            <pc:docMk/>
            <pc:sldMk cId="3482155141" sldId="303"/>
            <ac:picMk id="5" creationId="{E5C2E8A0-F43F-BA28-C592-ACFD7B0AE5D3}"/>
          </ac:picMkLst>
        </pc:picChg>
      </pc:sldChg>
      <pc:sldChg chg="addSp delSp modSp add mod">
        <pc:chgData name="Gopal Sonune" userId="a84d000b-e407-4958-bec6-a75de855f8bf" providerId="ADAL" clId="{75CF20B7-B0F5-493E-BE22-AC5ADE74EBAA}" dt="2022-05-03T17:25:01.452" v="5513" actId="1440"/>
        <pc:sldMkLst>
          <pc:docMk/>
          <pc:sldMk cId="1688659336" sldId="304"/>
        </pc:sldMkLst>
        <pc:spChg chg="mod">
          <ac:chgData name="Gopal Sonune" userId="a84d000b-e407-4958-bec6-a75de855f8bf" providerId="ADAL" clId="{75CF20B7-B0F5-493E-BE22-AC5ADE74EBAA}" dt="2022-05-03T17:24:56.273" v="5511" actId="14100"/>
          <ac:spMkLst>
            <pc:docMk/>
            <pc:sldMk cId="1688659336" sldId="304"/>
            <ac:spMk id="2" creationId="{CCABD39B-993B-4FA9-A9D7-A49D7CFC1BEF}"/>
          </ac:spMkLst>
        </pc:spChg>
        <pc:spChg chg="mod">
          <ac:chgData name="Gopal Sonune" userId="a84d000b-e407-4958-bec6-a75de855f8bf" providerId="ADAL" clId="{75CF20B7-B0F5-493E-BE22-AC5ADE74EBAA}" dt="2022-05-03T17:24:19.925" v="5502" actId="1076"/>
          <ac:spMkLst>
            <pc:docMk/>
            <pc:sldMk cId="1688659336" sldId="304"/>
            <ac:spMk id="8" creationId="{77B900A2-6D2F-4375-A1AF-C85A1C7F76F9}"/>
          </ac:spMkLst>
        </pc:spChg>
        <pc:picChg chg="del mod">
          <ac:chgData name="Gopal Sonune" userId="a84d000b-e407-4958-bec6-a75de855f8bf" providerId="ADAL" clId="{75CF20B7-B0F5-493E-BE22-AC5ADE74EBAA}" dt="2022-05-03T17:23:48.669" v="5496" actId="478"/>
          <ac:picMkLst>
            <pc:docMk/>
            <pc:sldMk cId="1688659336" sldId="304"/>
            <ac:picMk id="5" creationId="{E5C2E8A0-F43F-BA28-C592-ACFD7B0AE5D3}"/>
          </ac:picMkLst>
        </pc:picChg>
        <pc:picChg chg="add mod">
          <ac:chgData name="Gopal Sonune" userId="a84d000b-e407-4958-bec6-a75de855f8bf" providerId="ADAL" clId="{75CF20B7-B0F5-493E-BE22-AC5ADE74EBAA}" dt="2022-05-03T17:25:01.452" v="5513" actId="1440"/>
          <ac:picMkLst>
            <pc:docMk/>
            <pc:sldMk cId="1688659336" sldId="304"/>
            <ac:picMk id="6" creationId="{478F0311-988A-5DBC-8921-9D287B5D3F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406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6182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9255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7260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3813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42805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778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12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367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1943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836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7A06A61F-D79C-4F5F-90C9-DD1DD04833C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0DCF52CA-6E3C-4720-B81A-6CFEC5FE7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82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1A0D-22B8-4146-B2B1-918CB158C0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Backtracking,  Branch &amp; Bound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05B46-38CB-48AB-9D9C-EB54B5F072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Module 2</a:t>
            </a:r>
          </a:p>
          <a:p>
            <a:r>
              <a:rPr lang="en-IN" dirty="0"/>
              <a:t>Sem IV</a:t>
            </a:r>
          </a:p>
          <a:p>
            <a:r>
              <a:rPr lang="en-IN" dirty="0" err="1"/>
              <a:t>AoA</a:t>
            </a:r>
            <a:r>
              <a:rPr lang="en-IN" dirty="0"/>
              <a:t> Even 2021-22</a:t>
            </a:r>
          </a:p>
        </p:txBody>
      </p:sp>
    </p:spTree>
    <p:extLst>
      <p:ext uri="{BB962C8B-B14F-4D97-AF65-F5344CB8AC3E}">
        <p14:creationId xmlns:p14="http://schemas.microsoft.com/office/powerpoint/2010/main" val="263435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289309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048512"/>
            <a:ext cx="10332720" cy="5703059"/>
          </a:xfrm>
        </p:spPr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Backtracking and Branch and Bound are two graph based methods for design of algorithms.</a:t>
            </a:r>
          </a:p>
          <a:p>
            <a:endParaRPr lang="en-IN" dirty="0"/>
          </a:p>
          <a:p>
            <a:r>
              <a:rPr lang="en-IN" dirty="0"/>
              <a:t>In both cases we explore a search tree.</a:t>
            </a:r>
          </a:p>
          <a:p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In Backtracking, we start with a node and explore the nodes in 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Depth First manner</a:t>
            </a:r>
            <a:r>
              <a:rPr lang="en-IN" dirty="0">
                <a:highlight>
                  <a:srgbClr val="FFFF00"/>
                </a:highlight>
              </a:rPr>
              <a:t>.</a:t>
            </a:r>
          </a:p>
          <a:p>
            <a:endParaRPr lang="en-IN" dirty="0"/>
          </a:p>
          <a:p>
            <a:r>
              <a:rPr lang="en-IN" dirty="0"/>
              <a:t>All the nodes need not to be explored. Cut the branches of the tree based on the constraint of the problem. This reduces the time complexity of the algorithm.</a:t>
            </a:r>
          </a:p>
          <a:p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Branch and Bound explores the search tree in a 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Breadth First </a:t>
            </a:r>
            <a:r>
              <a:rPr lang="en-IN" dirty="0">
                <a:highlight>
                  <a:srgbClr val="FFFF00"/>
                </a:highlight>
              </a:rPr>
              <a:t>manner.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722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84" y="1353312"/>
            <a:ext cx="9278112" cy="5239763"/>
          </a:xfrm>
        </p:spPr>
        <p:txBody>
          <a:bodyPr/>
          <a:lstStyle/>
          <a:p>
            <a:r>
              <a:rPr lang="en-IN" dirty="0"/>
              <a:t>It is modified form of </a:t>
            </a:r>
            <a:r>
              <a:rPr lang="en-IN" dirty="0">
                <a:solidFill>
                  <a:srgbClr val="FF0000"/>
                </a:solidFill>
              </a:rPr>
              <a:t>Depth First Search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Here solution vector is of form x</a:t>
            </a:r>
            <a:r>
              <a:rPr lang="en-IN" baseline="-25000" dirty="0"/>
              <a:t>1</a:t>
            </a:r>
            <a:r>
              <a:rPr lang="en-IN" dirty="0"/>
              <a:t>, x</a:t>
            </a:r>
            <a:r>
              <a:rPr lang="en-IN" baseline="-25000" dirty="0"/>
              <a:t>2</a:t>
            </a:r>
            <a:r>
              <a:rPr lang="en-IN" dirty="0"/>
              <a:t>, x</a:t>
            </a:r>
            <a:r>
              <a:rPr lang="en-IN" baseline="-25000" dirty="0"/>
              <a:t>3</a:t>
            </a:r>
            <a:r>
              <a:rPr lang="en-IN" dirty="0"/>
              <a:t>,…,</a:t>
            </a:r>
            <a:r>
              <a:rPr lang="en-IN" dirty="0" err="1"/>
              <a:t>x</a:t>
            </a:r>
            <a:r>
              <a:rPr lang="en-IN" baseline="-25000" dirty="0" err="1"/>
              <a:t>n</a:t>
            </a:r>
            <a:r>
              <a:rPr lang="en-IN" baseline="-25000" dirty="0"/>
              <a:t> </a:t>
            </a:r>
            <a:r>
              <a:rPr lang="en-IN" dirty="0"/>
              <a:t>, n tuple (x</a:t>
            </a:r>
            <a:r>
              <a:rPr lang="en-IN" baseline="-25000" dirty="0"/>
              <a:t>1</a:t>
            </a:r>
            <a:r>
              <a:rPr lang="en-IN" dirty="0"/>
              <a:t>, x</a:t>
            </a:r>
            <a:r>
              <a:rPr lang="en-IN" baseline="-25000" dirty="0"/>
              <a:t>2</a:t>
            </a:r>
            <a:r>
              <a:rPr lang="en-IN" dirty="0"/>
              <a:t>, x</a:t>
            </a:r>
            <a:r>
              <a:rPr lang="en-IN" baseline="-25000" dirty="0"/>
              <a:t>3</a:t>
            </a:r>
            <a:r>
              <a:rPr lang="en-IN" dirty="0"/>
              <a:t>,…,</a:t>
            </a:r>
            <a:r>
              <a:rPr lang="en-IN" dirty="0" err="1"/>
              <a:t>x</a:t>
            </a:r>
            <a:r>
              <a:rPr lang="en-IN" baseline="-25000" dirty="0" err="1"/>
              <a:t>n</a:t>
            </a:r>
            <a:r>
              <a:rPr lang="en-IN" baseline="-25000" dirty="0"/>
              <a:t> </a:t>
            </a:r>
            <a:r>
              <a:rPr lang="en-IN" dirty="0"/>
              <a:t>), where x</a:t>
            </a:r>
            <a:r>
              <a:rPr lang="en-IN" baseline="-25000" dirty="0"/>
              <a:t>i</a:t>
            </a:r>
            <a:r>
              <a:rPr lang="en-IN" dirty="0"/>
              <a:t> is chosen from finite set of S</a:t>
            </a:r>
            <a:r>
              <a:rPr lang="en-IN" baseline="-25000" dirty="0"/>
              <a:t>i</a:t>
            </a:r>
            <a:r>
              <a:rPr lang="en-IN" dirty="0"/>
              <a:t>, such that constraint of the problem is satisfied.</a:t>
            </a:r>
            <a:r>
              <a:rPr lang="en-IN" baseline="-25000" dirty="0"/>
              <a:t> </a:t>
            </a:r>
          </a:p>
          <a:p>
            <a:r>
              <a:rPr lang="en-IN" dirty="0">
                <a:highlight>
                  <a:srgbClr val="FFFF00"/>
                </a:highlight>
              </a:rPr>
              <a:t>Backtracking algorithm solves the problem using two types of constraints: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IN" dirty="0">
                <a:highlight>
                  <a:srgbClr val="FFFF00"/>
                </a:highlight>
              </a:rPr>
              <a:t>Explicit Constraint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IN" dirty="0">
                <a:highlight>
                  <a:srgbClr val="FFFF00"/>
                </a:highlight>
              </a:rPr>
              <a:t>Implicit Constraint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11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84" y="1353312"/>
            <a:ext cx="9278112" cy="5239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Terminologies Used:</a:t>
            </a:r>
          </a:p>
          <a:p>
            <a:pPr marL="0" indent="0">
              <a:buNone/>
            </a:pPr>
            <a:r>
              <a:rPr lang="en-IN" dirty="0"/>
              <a:t>Backtracking algorithms determine problem solutions by systematically searching for solution using tree structure.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State space tree: </a:t>
            </a:r>
            <a:r>
              <a:rPr lang="en-US" dirty="0">
                <a:highlight>
                  <a:srgbClr val="FFFF00"/>
                </a:highlight>
              </a:rPr>
              <a:t>The solution space is organized as a tree called the state space tree.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Explicit constraint</a:t>
            </a:r>
            <a:r>
              <a:rPr lang="en-US" dirty="0">
                <a:highlight>
                  <a:srgbClr val="FFFF00"/>
                </a:highlight>
              </a:rPr>
              <a:t>: These are the rules that restrict each component x</a:t>
            </a:r>
            <a:r>
              <a:rPr lang="en-US" baseline="-25000" dirty="0">
                <a:highlight>
                  <a:srgbClr val="FFFF00"/>
                </a:highlight>
              </a:rPr>
              <a:t>i</a:t>
            </a:r>
            <a:r>
              <a:rPr lang="en-US" dirty="0">
                <a:highlight>
                  <a:srgbClr val="FFFF00"/>
                </a:highlight>
              </a:rPr>
              <a:t> of the solution vector to take values only from a given set 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Implicit constraint</a:t>
            </a:r>
            <a:r>
              <a:rPr lang="en-US" dirty="0">
                <a:highlight>
                  <a:srgbClr val="FFFF00"/>
                </a:highlight>
              </a:rPr>
              <a:t>: These are the rules that describe the way in which the x</a:t>
            </a:r>
            <a:r>
              <a:rPr lang="en-US" baseline="-25000" dirty="0">
                <a:highlight>
                  <a:srgbClr val="FFFF00"/>
                </a:highlight>
              </a:rPr>
              <a:t>i</a:t>
            </a:r>
            <a:r>
              <a:rPr lang="en-US" dirty="0">
                <a:highlight>
                  <a:srgbClr val="FFFF00"/>
                </a:highlight>
              </a:rPr>
              <a:t> ’s must relate to each other or which of the components of the solution vector satisfy the criteria function.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Solution space</a:t>
            </a:r>
            <a:r>
              <a:rPr lang="en-US" dirty="0">
                <a:highlight>
                  <a:srgbClr val="FFFF00"/>
                </a:highlight>
              </a:rPr>
              <a:t>: It is the set of all tuples that satisfy the explicit constraints.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Live node</a:t>
            </a:r>
            <a:r>
              <a:rPr lang="en-US" dirty="0">
                <a:highlight>
                  <a:srgbClr val="FFFF00"/>
                </a:highlight>
              </a:rPr>
              <a:t>: It is the node that has been generated, but none of its descendants are yet generated.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Bounding function or criteria</a:t>
            </a:r>
            <a:r>
              <a:rPr lang="en-US" dirty="0">
                <a:highlight>
                  <a:srgbClr val="FFFF00"/>
                </a:highlight>
              </a:rPr>
              <a:t>: It is a function created that is used to kill live nodes without generating all its children.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02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84" y="1353312"/>
            <a:ext cx="9278112" cy="523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Terminologies Used:</a:t>
            </a:r>
          </a:p>
          <a:p>
            <a:pPr marL="0" indent="0">
              <a:buNone/>
            </a:pPr>
            <a:r>
              <a:rPr lang="en-IN" dirty="0"/>
              <a:t>Backtracking algorithms determine problem solutions by systematically searching for solution using tree structure.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b="1" dirty="0">
                <a:highlight>
                  <a:srgbClr val="FFFF00"/>
                </a:highlight>
              </a:rPr>
              <a:t>Extended node or E-node</a:t>
            </a:r>
            <a:r>
              <a:rPr lang="en-US" dirty="0">
                <a:highlight>
                  <a:srgbClr val="FFFF00"/>
                </a:highlight>
              </a:rPr>
              <a:t>: It is the live node whose children are currently being generated.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b="1" dirty="0">
                <a:highlight>
                  <a:srgbClr val="FFFF00"/>
                </a:highlight>
              </a:rPr>
              <a:t>Dead node</a:t>
            </a:r>
            <a:r>
              <a:rPr lang="en-US" dirty="0">
                <a:highlight>
                  <a:srgbClr val="FFFF00"/>
                </a:highlight>
              </a:rPr>
              <a:t>: It is the node that is not to be extended further or all of whose children have already been generated.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b="1" dirty="0">
                <a:highlight>
                  <a:srgbClr val="FFFF00"/>
                </a:highlight>
              </a:rPr>
              <a:t>Answer node</a:t>
            </a:r>
            <a:r>
              <a:rPr lang="en-US" dirty="0">
                <a:highlight>
                  <a:srgbClr val="FFFF00"/>
                </a:highlight>
              </a:rPr>
              <a:t>: It is the node that represents the answer of the problem that means the node at which the criteria functions are maximized, minimized or satisfied. 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b="1" dirty="0">
                <a:highlight>
                  <a:srgbClr val="FFFF00"/>
                </a:highlight>
              </a:rPr>
              <a:t>Solution node</a:t>
            </a:r>
            <a:r>
              <a:rPr lang="en-US" dirty="0">
                <a:highlight>
                  <a:srgbClr val="FFFF00"/>
                </a:highlight>
              </a:rPr>
              <a:t>: It is the node that has the possibility to become the answer node.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1685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sz="2700" b="0" dirty="0"/>
              <a:t>Introduction</a:t>
            </a:r>
            <a:endParaRPr lang="en-IN" b="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07E36F-6BC6-4768-84EB-F7A5839C0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086" y="1755648"/>
            <a:ext cx="9692639" cy="447246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DB8138B-78EF-4E45-8FEC-12046150C58D}"/>
              </a:ext>
            </a:extLst>
          </p:cNvPr>
          <p:cNvGrpSpPr/>
          <p:nvPr/>
        </p:nvGrpSpPr>
        <p:grpSpPr>
          <a:xfrm>
            <a:off x="4535424" y="1853184"/>
            <a:ext cx="3974592" cy="1304544"/>
            <a:chOff x="4535424" y="1853184"/>
            <a:chExt cx="3974592" cy="130454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B1C8889-6DDB-47A2-9087-75A1A880025A}"/>
                </a:ext>
              </a:extLst>
            </p:cNvPr>
            <p:cNvSpPr txBox="1"/>
            <p:nvPr/>
          </p:nvSpPr>
          <p:spPr>
            <a:xfrm>
              <a:off x="6291072" y="1853184"/>
              <a:ext cx="2218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accent1"/>
                  </a:solidFill>
                </a:rPr>
                <a:t>Problem State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E06859A-6F71-420F-9B98-B8231E94378F}"/>
                </a:ext>
              </a:extLst>
            </p:cNvPr>
            <p:cNvCxnSpPr>
              <a:endCxn id="3" idx="1"/>
            </p:cNvCxnSpPr>
            <p:nvPr/>
          </p:nvCxnSpPr>
          <p:spPr>
            <a:xfrm flipV="1">
              <a:off x="4535424" y="2037850"/>
              <a:ext cx="1755648" cy="11198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EAF36D5-AF51-49BB-A396-707AD9874806}"/>
              </a:ext>
            </a:extLst>
          </p:cNvPr>
          <p:cNvGrpSpPr/>
          <p:nvPr/>
        </p:nvGrpSpPr>
        <p:grpSpPr>
          <a:xfrm>
            <a:off x="5114544" y="6083808"/>
            <a:ext cx="2218944" cy="659143"/>
            <a:chOff x="5114544" y="6083808"/>
            <a:chExt cx="2218944" cy="65914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93F7C6-AD78-4879-A663-6EB81546767B}"/>
                </a:ext>
              </a:extLst>
            </p:cNvPr>
            <p:cNvSpPr txBox="1"/>
            <p:nvPr/>
          </p:nvSpPr>
          <p:spPr>
            <a:xfrm>
              <a:off x="5114544" y="6373619"/>
              <a:ext cx="2218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accent1"/>
                  </a:solidFill>
                </a:rPr>
                <a:t>Answer State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453896A-9EFD-42F5-A63A-C5FD388905D0}"/>
                </a:ext>
              </a:extLst>
            </p:cNvPr>
            <p:cNvCxnSpPr>
              <a:cxnSpLocks/>
            </p:cNvCxnSpPr>
            <p:nvPr/>
          </p:nvCxnSpPr>
          <p:spPr>
            <a:xfrm>
              <a:off x="5474208" y="6083808"/>
              <a:ext cx="426720" cy="2898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CABF1D-B58F-4A3B-BBDF-A0F380B14A16}"/>
              </a:ext>
            </a:extLst>
          </p:cNvPr>
          <p:cNvGrpSpPr/>
          <p:nvPr/>
        </p:nvGrpSpPr>
        <p:grpSpPr>
          <a:xfrm>
            <a:off x="4986528" y="1278374"/>
            <a:ext cx="2218944" cy="759476"/>
            <a:chOff x="4986528" y="1278374"/>
            <a:chExt cx="2218944" cy="7594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28B5D5E-99AB-4D27-9AF1-67BEBF009D59}"/>
                </a:ext>
              </a:extLst>
            </p:cNvPr>
            <p:cNvSpPr txBox="1"/>
            <p:nvPr/>
          </p:nvSpPr>
          <p:spPr>
            <a:xfrm>
              <a:off x="4986528" y="1278374"/>
              <a:ext cx="2218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accent1"/>
                  </a:solidFill>
                </a:rPr>
                <a:t>Root Node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9651BDA-363F-4C08-8BA4-4F8E8EF419C0}"/>
                </a:ext>
              </a:extLst>
            </p:cNvPr>
            <p:cNvCxnSpPr/>
            <p:nvPr/>
          </p:nvCxnSpPr>
          <p:spPr>
            <a:xfrm flipV="1">
              <a:off x="5611405" y="1610138"/>
              <a:ext cx="76163" cy="4277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614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N-Queen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84" y="1353312"/>
            <a:ext cx="9278112" cy="523976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2-Queen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3-Queen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4-Queen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8-Queen problem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2-Queen problem: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Therefore, No Solution</a:t>
            </a:r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FCAC58-533D-44CA-BC3D-B759E9B60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677983"/>
              </p:ext>
            </p:extLst>
          </p:nvPr>
        </p:nvGraphicFramePr>
        <p:xfrm>
          <a:off x="1410208" y="4157810"/>
          <a:ext cx="1771904" cy="1346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952">
                  <a:extLst>
                    <a:ext uri="{9D8B030D-6E8A-4147-A177-3AD203B41FA5}">
                      <a16:colId xmlns:a16="http://schemas.microsoft.com/office/drawing/2014/main" val="63516339"/>
                    </a:ext>
                  </a:extLst>
                </a:gridCol>
                <a:gridCol w="885952">
                  <a:extLst>
                    <a:ext uri="{9D8B030D-6E8A-4147-A177-3AD203B41FA5}">
                      <a16:colId xmlns:a16="http://schemas.microsoft.com/office/drawing/2014/main" val="3058193166"/>
                    </a:ext>
                  </a:extLst>
                </a:gridCol>
              </a:tblGrid>
              <a:tr h="673439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chemeClr val="accent1"/>
                          </a:solidFill>
                        </a:rPr>
                        <a:t>Q</a:t>
                      </a:r>
                      <a:endParaRPr lang="en-I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  <a:p>
                      <a:pPr algn="ctr"/>
                      <a:endParaRPr lang="en-IN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994632"/>
                  </a:ext>
                </a:extLst>
              </a:tr>
              <a:tr h="6734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5385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680396-28A1-4E11-97CF-E4A6147CA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300176"/>
              </p:ext>
            </p:extLst>
          </p:nvPr>
        </p:nvGraphicFramePr>
        <p:xfrm>
          <a:off x="5474208" y="4157810"/>
          <a:ext cx="1771904" cy="1346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952">
                  <a:extLst>
                    <a:ext uri="{9D8B030D-6E8A-4147-A177-3AD203B41FA5}">
                      <a16:colId xmlns:a16="http://schemas.microsoft.com/office/drawing/2014/main" val="63516339"/>
                    </a:ext>
                  </a:extLst>
                </a:gridCol>
                <a:gridCol w="885952">
                  <a:extLst>
                    <a:ext uri="{9D8B030D-6E8A-4147-A177-3AD203B41FA5}">
                      <a16:colId xmlns:a16="http://schemas.microsoft.com/office/drawing/2014/main" val="3058193166"/>
                    </a:ext>
                  </a:extLst>
                </a:gridCol>
              </a:tblGrid>
              <a:tr h="67343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3481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3481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994632"/>
                  </a:ext>
                </a:extLst>
              </a:tr>
              <a:tr h="6734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538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15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N-Queen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84" y="1353312"/>
            <a:ext cx="9278112" cy="5371953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2-Queen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3-Queen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4-Queen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8-Queen problem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2-Queen problem: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Therefore, No Solution</a:t>
            </a:r>
          </a:p>
          <a:p>
            <a:pPr marL="0" indent="0">
              <a:buNone/>
            </a:pPr>
            <a:r>
              <a:rPr lang="en-IN" dirty="0"/>
              <a:t>Similarly, No Solution for 3-Queen problem</a:t>
            </a:r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FCAC58-533D-44CA-BC3D-B759E9B60276}"/>
              </a:ext>
            </a:extLst>
          </p:cNvPr>
          <p:cNvGraphicFramePr>
            <a:graphicFrameLocks noGrp="1"/>
          </p:cNvGraphicFramePr>
          <p:nvPr/>
        </p:nvGraphicFramePr>
        <p:xfrm>
          <a:off x="1410208" y="4157810"/>
          <a:ext cx="1771904" cy="1346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952">
                  <a:extLst>
                    <a:ext uri="{9D8B030D-6E8A-4147-A177-3AD203B41FA5}">
                      <a16:colId xmlns:a16="http://schemas.microsoft.com/office/drawing/2014/main" val="63516339"/>
                    </a:ext>
                  </a:extLst>
                </a:gridCol>
                <a:gridCol w="885952">
                  <a:extLst>
                    <a:ext uri="{9D8B030D-6E8A-4147-A177-3AD203B41FA5}">
                      <a16:colId xmlns:a16="http://schemas.microsoft.com/office/drawing/2014/main" val="3058193166"/>
                    </a:ext>
                  </a:extLst>
                </a:gridCol>
              </a:tblGrid>
              <a:tr h="673439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chemeClr val="accent1"/>
                          </a:solidFill>
                        </a:rPr>
                        <a:t>Q</a:t>
                      </a:r>
                      <a:endParaRPr lang="en-I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  <a:p>
                      <a:pPr algn="ctr"/>
                      <a:endParaRPr lang="en-IN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994632"/>
                  </a:ext>
                </a:extLst>
              </a:tr>
              <a:tr h="6734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5385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680396-28A1-4E11-97CF-E4A6147CA5AA}"/>
              </a:ext>
            </a:extLst>
          </p:cNvPr>
          <p:cNvGraphicFramePr>
            <a:graphicFrameLocks noGrp="1"/>
          </p:cNvGraphicFramePr>
          <p:nvPr/>
        </p:nvGraphicFramePr>
        <p:xfrm>
          <a:off x="5474208" y="4157810"/>
          <a:ext cx="1771904" cy="1346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952">
                  <a:extLst>
                    <a:ext uri="{9D8B030D-6E8A-4147-A177-3AD203B41FA5}">
                      <a16:colId xmlns:a16="http://schemas.microsoft.com/office/drawing/2014/main" val="63516339"/>
                    </a:ext>
                  </a:extLst>
                </a:gridCol>
                <a:gridCol w="885952">
                  <a:extLst>
                    <a:ext uri="{9D8B030D-6E8A-4147-A177-3AD203B41FA5}">
                      <a16:colId xmlns:a16="http://schemas.microsoft.com/office/drawing/2014/main" val="3058193166"/>
                    </a:ext>
                  </a:extLst>
                </a:gridCol>
              </a:tblGrid>
              <a:tr h="67343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D34817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D3481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994632"/>
                  </a:ext>
                </a:extLst>
              </a:tr>
              <a:tr h="6734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538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17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N-Queen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84" y="1353312"/>
            <a:ext cx="9278112" cy="523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4 Queen Problem:</a:t>
            </a:r>
          </a:p>
          <a:p>
            <a:pPr marL="0" indent="0">
              <a:buNone/>
            </a:pPr>
            <a:r>
              <a:rPr lang="en-IN" sz="2400" dirty="0"/>
              <a:t>State space Tree: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85835-794C-4FC0-8821-18298B6C7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429" y="4434733"/>
            <a:ext cx="7117885" cy="201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8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N-Queen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84" y="1353312"/>
            <a:ext cx="9278112" cy="523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4 Queen Problem:</a:t>
            </a:r>
          </a:p>
          <a:p>
            <a:pPr marL="0" indent="0">
              <a:buNone/>
            </a:pPr>
            <a:r>
              <a:rPr lang="en-IN" sz="2400" dirty="0"/>
              <a:t>Solution can be represented as four-tuple (x</a:t>
            </a:r>
            <a:r>
              <a:rPr lang="en-IN" sz="2400" baseline="-25000" dirty="0"/>
              <a:t>1</a:t>
            </a:r>
            <a:r>
              <a:rPr lang="en-IN" sz="2400" dirty="0"/>
              <a:t>, x</a:t>
            </a:r>
            <a:r>
              <a:rPr lang="en-IN" sz="2400" baseline="-25000" dirty="0"/>
              <a:t>2</a:t>
            </a:r>
            <a:r>
              <a:rPr lang="en-IN" sz="2400" dirty="0"/>
              <a:t>, x</a:t>
            </a:r>
            <a:r>
              <a:rPr lang="en-IN" sz="2400" baseline="-25000" dirty="0"/>
              <a:t>3</a:t>
            </a:r>
            <a:r>
              <a:rPr lang="en-IN" sz="2400" dirty="0"/>
              <a:t>, x</a:t>
            </a:r>
            <a:r>
              <a:rPr lang="en-IN" sz="2400" baseline="-25000" dirty="0"/>
              <a:t>4</a:t>
            </a:r>
            <a:r>
              <a:rPr lang="en-IN" sz="2400" dirty="0"/>
              <a:t>) where x</a:t>
            </a:r>
            <a:r>
              <a:rPr lang="en-IN" sz="2400" baseline="-25000" dirty="0"/>
              <a:t>1</a:t>
            </a:r>
            <a:r>
              <a:rPr lang="en-IN" sz="2400" dirty="0"/>
              <a:t> is column value in row 1 for placement of  Q</a:t>
            </a:r>
            <a:r>
              <a:rPr lang="en-IN" sz="2400" baseline="-25000" dirty="0"/>
              <a:t>1 </a:t>
            </a:r>
            <a:r>
              <a:rPr lang="en-IN" sz="2400" dirty="0"/>
              <a:t>and so on.</a:t>
            </a:r>
          </a:p>
          <a:p>
            <a:pPr marL="0" indent="0">
              <a:buNone/>
            </a:pPr>
            <a:endParaRPr lang="en-IN" sz="2400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6D31A4-992F-4096-9705-68FFFE383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892" y="2970684"/>
            <a:ext cx="5896798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8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N-Queen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84" y="1353312"/>
            <a:ext cx="9278112" cy="523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N Queen Problem: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D12BA-2169-4459-9A8F-AF6F897E1B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48862"/>
          <a:stretch/>
        </p:blipFill>
        <p:spPr>
          <a:xfrm>
            <a:off x="2382022" y="1759189"/>
            <a:ext cx="7145436" cy="483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81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N-Queen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84" y="1353312"/>
            <a:ext cx="9278112" cy="523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N Queen Problem: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083DCA-50DB-481C-AF3A-5D1BA38886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53190"/>
          <a:stretch/>
        </p:blipFill>
        <p:spPr>
          <a:xfrm>
            <a:off x="2122613" y="1936993"/>
            <a:ext cx="7946773" cy="492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8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247110"/>
            <a:ext cx="8383377" cy="652539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N-Queen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2" y="1185202"/>
            <a:ext cx="9278112" cy="523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N Queen Problem: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B74B2-6451-48DF-BF9A-21A5A9001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208" y="899650"/>
            <a:ext cx="5778082" cy="58108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71CB55-9019-436D-B1E1-F5CD06660A8B}"/>
                  </a:ext>
                </a:extLst>
              </p:cNvPr>
              <p:cNvSpPr txBox="1"/>
              <p:nvPr/>
            </p:nvSpPr>
            <p:spPr>
              <a:xfrm>
                <a:off x="627888" y="1841020"/>
                <a:ext cx="4373955" cy="230832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(4,1), (5,2), (6,3), (7,4), (8,5)</a:t>
                </a:r>
              </a:p>
              <a:p>
                <a:r>
                  <a:rPr lang="en-IN" dirty="0"/>
                  <a:t>Let (</a:t>
                </a:r>
                <a:r>
                  <a:rPr lang="en-IN" dirty="0" err="1"/>
                  <a:t>i</a:t>
                </a:r>
                <a:r>
                  <a:rPr lang="en-IN" dirty="0"/>
                  <a:t>, j) and (</a:t>
                </a:r>
                <a:r>
                  <a:rPr lang="en-IN" dirty="0" err="1"/>
                  <a:t>k,l</a:t>
                </a:r>
                <a:r>
                  <a:rPr lang="en-IN" dirty="0"/>
                  <a:t>) be two cells in the chessboard.</a:t>
                </a:r>
              </a:p>
              <a:p>
                <a:r>
                  <a:rPr lang="en-IN" dirty="0"/>
                  <a:t>If </a:t>
                </a:r>
                <a:r>
                  <a:rPr lang="en-IN" dirty="0" err="1"/>
                  <a:t>i</a:t>
                </a:r>
                <a:r>
                  <a:rPr lang="en-IN" dirty="0"/>
                  <a:t>-j = k-l</a:t>
                </a:r>
              </a:p>
              <a:p>
                <a:r>
                  <a:rPr lang="en-IN" dirty="0"/>
                  <a:t>e.g. 4-1 = 6-3 = 3</a:t>
                </a:r>
              </a:p>
              <a:p>
                <a:endParaRPr lang="en-IN" dirty="0"/>
              </a:p>
              <a:p>
                <a:r>
                  <a:rPr lang="en-IN" dirty="0"/>
                  <a:t>Rearranging above equation, we have</a:t>
                </a:r>
              </a:p>
              <a:p>
                <a:r>
                  <a:rPr lang="en-IN" dirty="0" err="1"/>
                  <a:t>i</a:t>
                </a:r>
                <a:r>
                  <a:rPr lang="en-IN" dirty="0"/>
                  <a:t>-k = j-l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=|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71CB55-9019-436D-B1E1-F5CD06660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88" y="1841020"/>
                <a:ext cx="4373955" cy="2308324"/>
              </a:xfrm>
              <a:prstGeom prst="rect">
                <a:avLst/>
              </a:prstGeom>
              <a:blipFill>
                <a:blip r:embed="rId3"/>
                <a:stretch>
                  <a:fillRect l="-972" t="-1050" b="-2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960909-2D8F-40AA-9FB3-762081E0E39B}"/>
                  </a:ext>
                </a:extLst>
              </p:cNvPr>
              <p:cNvSpPr txBox="1"/>
              <p:nvPr/>
            </p:nvSpPr>
            <p:spPr>
              <a:xfrm>
                <a:off x="627888" y="4427512"/>
                <a:ext cx="4373955" cy="230832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(5,8), (6,7), (7,6), (8,5)</a:t>
                </a:r>
              </a:p>
              <a:p>
                <a:r>
                  <a:rPr lang="en-IN" dirty="0"/>
                  <a:t>Again let (</a:t>
                </a:r>
                <a:r>
                  <a:rPr lang="en-IN" dirty="0" err="1"/>
                  <a:t>i</a:t>
                </a:r>
                <a:r>
                  <a:rPr lang="en-IN" dirty="0"/>
                  <a:t>, j) and (</a:t>
                </a:r>
                <a:r>
                  <a:rPr lang="en-IN" dirty="0" err="1"/>
                  <a:t>k,l</a:t>
                </a:r>
                <a:r>
                  <a:rPr lang="en-IN" dirty="0"/>
                  <a:t>) be two cells in the chessboard.</a:t>
                </a:r>
              </a:p>
              <a:p>
                <a:r>
                  <a:rPr lang="en-IN" dirty="0"/>
                  <a:t>If </a:t>
                </a:r>
                <a:r>
                  <a:rPr lang="en-IN" dirty="0" err="1"/>
                  <a:t>i+j</a:t>
                </a:r>
                <a:r>
                  <a:rPr lang="en-IN" dirty="0"/>
                  <a:t> = </a:t>
                </a:r>
                <a:r>
                  <a:rPr lang="en-IN" dirty="0" err="1"/>
                  <a:t>k+l</a:t>
                </a:r>
                <a:endParaRPr lang="en-IN" dirty="0"/>
              </a:p>
              <a:p>
                <a:r>
                  <a:rPr lang="en-IN" dirty="0"/>
                  <a:t>e.g. 5+8 = 6+7 = 13</a:t>
                </a:r>
              </a:p>
              <a:p>
                <a:endParaRPr lang="en-IN" dirty="0"/>
              </a:p>
              <a:p>
                <a:r>
                  <a:rPr lang="en-IN" dirty="0"/>
                  <a:t>Rearranging above equation, we have</a:t>
                </a:r>
              </a:p>
              <a:p>
                <a:r>
                  <a:rPr lang="en-IN" dirty="0" err="1"/>
                  <a:t>i</a:t>
                </a:r>
                <a:r>
                  <a:rPr lang="en-IN" dirty="0"/>
                  <a:t>-k = l-j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=|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960909-2D8F-40AA-9FB3-762081E0E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88" y="4427512"/>
                <a:ext cx="4373955" cy="2308324"/>
              </a:xfrm>
              <a:prstGeom prst="rect">
                <a:avLst/>
              </a:prstGeom>
              <a:blipFill>
                <a:blip r:embed="rId4"/>
                <a:stretch>
                  <a:fillRect l="-972" t="-1050" b="-2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113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Sum of Subsets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F3C91-ECE8-4D37-9FD7-8490C5F51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888" y="1353312"/>
                <a:ext cx="10728370" cy="52397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Given: </a:t>
                </a:r>
                <a:r>
                  <a:rPr lang="en-US" sz="2400" dirty="0"/>
                  <a:t>1. n distinct positive numbers (called weights </a:t>
                </a:r>
                <a:r>
                  <a:rPr lang="en-US" sz="2400" i="1" dirty="0" err="1"/>
                  <a:t>w</a:t>
                </a:r>
                <a:r>
                  <a:rPr lang="en-US" sz="2400" i="1" baseline="-25000" dirty="0" err="1"/>
                  <a:t>i</a:t>
                </a:r>
                <a:r>
                  <a:rPr lang="en-US" sz="2400" dirty="0"/>
                  <a:t>), where 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  2. Sum (m)</a:t>
                </a:r>
              </a:p>
              <a:p>
                <a:pPr marL="0" indent="0">
                  <a:buNone/>
                </a:pPr>
                <a:r>
                  <a:rPr lang="en-US" sz="2400" dirty="0"/>
                  <a:t>We need to find all possible subsets of given numbers (</a:t>
                </a:r>
                <a:r>
                  <a:rPr lang="en-US" sz="2400" i="1" dirty="0" err="1"/>
                  <a:t>w</a:t>
                </a:r>
                <a:r>
                  <a:rPr lang="en-US" sz="2400" i="1" baseline="-25000" dirty="0" err="1"/>
                  <a:t>i</a:t>
                </a:r>
                <a:r>
                  <a:rPr lang="en-US" sz="2400" i="1" baseline="-25000" dirty="0"/>
                  <a:t> </a:t>
                </a:r>
                <a:r>
                  <a:rPr lang="en-US" sz="2400" i="1" dirty="0"/>
                  <a:t>)</a:t>
                </a:r>
                <a:r>
                  <a:rPr lang="en-US" sz="2400" dirty="0"/>
                  <a:t>having sum equal to the target Sum (m).</a:t>
                </a:r>
              </a:p>
              <a:p>
                <a:pPr marL="0" indent="0">
                  <a:buNone/>
                </a:pPr>
                <a:endParaRPr lang="en-US" sz="2800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F3C91-ECE8-4D37-9FD7-8490C5F51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888" y="1353312"/>
                <a:ext cx="10728370" cy="5239763"/>
              </a:xfrm>
              <a:blipFill>
                <a:blip r:embed="rId2"/>
                <a:stretch>
                  <a:fillRect l="-852" t="-1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828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Sum of Subsets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F3C91-ECE8-4D37-9FD7-8490C5F51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888" y="1353312"/>
                <a:ext cx="10728370" cy="52397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Example: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	n=4; (</a:t>
                </a:r>
                <a:r>
                  <a:rPr lang="en-US" sz="2400" i="1" dirty="0"/>
                  <a:t>w</a:t>
                </a:r>
                <a:r>
                  <a:rPr lang="en-US" sz="2400" i="1" baseline="-25000" dirty="0"/>
                  <a:t>1</a:t>
                </a:r>
                <a:r>
                  <a:rPr lang="en-US" sz="2400" i="1" dirty="0"/>
                  <a:t>, w</a:t>
                </a:r>
                <a:r>
                  <a:rPr lang="en-US" sz="2400" i="1" baseline="-25000" dirty="0"/>
                  <a:t>2</a:t>
                </a:r>
                <a:r>
                  <a:rPr lang="en-US" sz="2400" i="1" dirty="0"/>
                  <a:t>, w</a:t>
                </a:r>
                <a:r>
                  <a:rPr lang="en-US" sz="2400" i="1" baseline="-25000" dirty="0"/>
                  <a:t>3</a:t>
                </a:r>
                <a:r>
                  <a:rPr lang="en-US" sz="2400" i="1" dirty="0"/>
                  <a:t>, w</a:t>
                </a:r>
                <a:r>
                  <a:rPr lang="en-US" sz="2400" i="1" baseline="-25000" dirty="0"/>
                  <a:t>4</a:t>
                </a:r>
                <a:r>
                  <a:rPr lang="en-US" sz="2400" b="1" dirty="0"/>
                  <a:t>,) = </a:t>
                </a:r>
                <a:r>
                  <a:rPr lang="en-US" sz="2400" dirty="0"/>
                  <a:t>(11, 13, 24,7) &amp; m=31</a:t>
                </a:r>
              </a:p>
              <a:p>
                <a:pPr marL="0" indent="0">
                  <a:buNone/>
                </a:pPr>
                <a:r>
                  <a:rPr lang="en-US" sz="2400" dirty="0"/>
                  <a:t>Desired subsets are (11,13,7) &amp; (24,7)</a:t>
                </a:r>
              </a:p>
              <a:p>
                <a:pPr marL="0" indent="0">
                  <a:buNone/>
                </a:pPr>
                <a:r>
                  <a:rPr lang="en-US" sz="2400" dirty="0"/>
                  <a:t>Solution vector (1, 2, 4) &amp; (3, 4)			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:r>
                  <a:rPr 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[Variable Length]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In general, all solution vectors are k-tuples, </a:t>
                </a:r>
                <a:r>
                  <a:rPr lang="en-US" sz="2800" dirty="0">
                    <a:solidFill>
                      <a:srgbClr val="C00000"/>
                    </a:solidFill>
                  </a:rPr>
                  <a:t>(</a:t>
                </a:r>
                <a:r>
                  <a:rPr lang="en-US" sz="2800" i="1" dirty="0">
                    <a:solidFill>
                      <a:srgbClr val="C00000"/>
                    </a:solidFill>
                  </a:rPr>
                  <a:t>x</a:t>
                </a:r>
                <a:r>
                  <a:rPr lang="en-US" sz="2800" i="1" baseline="-25000" dirty="0">
                    <a:solidFill>
                      <a:srgbClr val="C00000"/>
                    </a:solidFill>
                  </a:rPr>
                  <a:t>1</a:t>
                </a:r>
                <a:r>
                  <a:rPr lang="en-US" sz="2800" i="1" dirty="0">
                    <a:solidFill>
                      <a:srgbClr val="C00000"/>
                    </a:solidFill>
                  </a:rPr>
                  <a:t>, x</a:t>
                </a:r>
                <a:r>
                  <a:rPr lang="en-US" sz="2800" i="1" baseline="-25000" dirty="0">
                    <a:solidFill>
                      <a:srgbClr val="C00000"/>
                    </a:solidFill>
                  </a:rPr>
                  <a:t>2</a:t>
                </a:r>
                <a:r>
                  <a:rPr lang="en-US" sz="2800" i="1" dirty="0">
                    <a:solidFill>
                      <a:srgbClr val="C00000"/>
                    </a:solidFill>
                  </a:rPr>
                  <a:t>, x</a:t>
                </a:r>
                <a:r>
                  <a:rPr lang="en-US" sz="2800" i="1" baseline="-25000" dirty="0">
                    <a:solidFill>
                      <a:srgbClr val="C00000"/>
                    </a:solidFill>
                  </a:rPr>
                  <a:t>3</a:t>
                </a:r>
                <a:r>
                  <a:rPr lang="en-US" sz="2800" i="1" dirty="0">
                    <a:solidFill>
                      <a:srgbClr val="C00000"/>
                    </a:solidFill>
                  </a:rPr>
                  <a:t>, x</a:t>
                </a:r>
                <a:r>
                  <a:rPr lang="en-US" sz="2800" i="1" baseline="-25000" dirty="0">
                    <a:solidFill>
                      <a:srgbClr val="C00000"/>
                    </a:solidFill>
                  </a:rPr>
                  <a:t>4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,</a:t>
                </a:r>
                <a:r>
                  <a:rPr lang="en-US" sz="2800" dirty="0">
                    <a:solidFill>
                      <a:srgbClr val="C00000"/>
                    </a:solidFill>
                  </a:rPr>
                  <a:t>) ;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IN" sz="2400" b="1" dirty="0"/>
              </a:p>
              <a:p>
                <a:pPr marL="0" indent="0">
                  <a:buNone/>
                </a:pPr>
                <a:r>
                  <a:rPr lang="en-IN" sz="2400" b="1" dirty="0"/>
                  <a:t>Implicit Constraints: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400" b="1" dirty="0">
                    <a:solidFill>
                      <a:schemeClr val="accent1"/>
                    </a:solidFill>
                  </a:rPr>
                  <a:t>No two subsets should be same &amp; sum of corresponding </a:t>
                </a:r>
                <a:r>
                  <a:rPr lang="en-IN" sz="2400" b="1" i="1" dirty="0" err="1">
                    <a:solidFill>
                      <a:schemeClr val="accent1"/>
                    </a:solidFill>
                  </a:rPr>
                  <a:t>w</a:t>
                </a:r>
                <a:r>
                  <a:rPr lang="en-IN" sz="2400" b="1" i="1" baseline="-25000" dirty="0" err="1">
                    <a:solidFill>
                      <a:schemeClr val="accent1"/>
                    </a:solidFill>
                  </a:rPr>
                  <a:t>i</a:t>
                </a:r>
                <a:r>
                  <a:rPr lang="en-IN" sz="2400" b="1" i="1" dirty="0" err="1">
                    <a:solidFill>
                      <a:schemeClr val="accent1"/>
                    </a:solidFill>
                  </a:rPr>
                  <a:t>’s</a:t>
                </a:r>
                <a:r>
                  <a:rPr lang="en-IN" sz="2400" b="1" dirty="0">
                    <a:solidFill>
                      <a:schemeClr val="accent1"/>
                    </a:solidFill>
                  </a:rPr>
                  <a:t> be m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400" b="1" i="1" dirty="0">
                    <a:solidFill>
                      <a:schemeClr val="accent1"/>
                    </a:solidFill>
                  </a:rPr>
                  <a:t>x</a:t>
                </a:r>
                <a:r>
                  <a:rPr lang="en-IN" sz="2400" b="1" i="1" baseline="-25000" dirty="0">
                    <a:solidFill>
                      <a:schemeClr val="accent1"/>
                    </a:solidFill>
                  </a:rPr>
                  <a:t>i</a:t>
                </a:r>
                <a:r>
                  <a:rPr lang="en-IN" sz="2400" b="1" i="1" dirty="0">
                    <a:solidFill>
                      <a:schemeClr val="accent1"/>
                    </a:solidFill>
                  </a:rPr>
                  <a:t> &lt; x</a:t>
                </a:r>
                <a:r>
                  <a:rPr lang="en-IN" sz="2400" b="1" i="1" baseline="-25000" dirty="0">
                    <a:solidFill>
                      <a:schemeClr val="accent1"/>
                    </a:solidFill>
                  </a:rPr>
                  <a:t>i+1</a:t>
                </a:r>
                <a:r>
                  <a:rPr lang="en-IN" sz="2400" b="1" dirty="0">
                    <a:solidFill>
                      <a:schemeClr val="accent1"/>
                    </a:solidFill>
                  </a:rPr>
                  <a:t>	  such that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chemeClr val="accent1"/>
                    </a:solidFill>
                  </a:rPr>
                  <a:t>, to avoid generating multiple instances of same subset e.g. (1,2,4) &amp; (1,4,2)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800" dirty="0">
                  <a:solidFill>
                    <a:schemeClr val="accent1"/>
                  </a:solidFill>
                </a:endParaRPr>
              </a:p>
              <a:p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F3C91-ECE8-4D37-9FD7-8490C5F51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888" y="1353312"/>
                <a:ext cx="10728370" cy="5239763"/>
              </a:xfrm>
              <a:blipFill>
                <a:blip r:embed="rId2"/>
                <a:stretch>
                  <a:fillRect l="-852" t="-1279" r="-284" b="-17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628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Sum of Subsets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F3C91-ECE8-4D37-9FD7-8490C5F51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888" y="1353312"/>
                <a:ext cx="10728370" cy="52397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Example: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	n=4; (</a:t>
                </a:r>
                <a:r>
                  <a:rPr lang="en-US" sz="2400" i="1" dirty="0"/>
                  <a:t>w</a:t>
                </a:r>
                <a:r>
                  <a:rPr lang="en-US" sz="2400" i="1" baseline="-25000" dirty="0"/>
                  <a:t>1</a:t>
                </a:r>
                <a:r>
                  <a:rPr lang="en-US" sz="2400" i="1" dirty="0"/>
                  <a:t>, w</a:t>
                </a:r>
                <a:r>
                  <a:rPr lang="en-US" sz="2400" i="1" baseline="-25000" dirty="0"/>
                  <a:t>2</a:t>
                </a:r>
                <a:r>
                  <a:rPr lang="en-US" sz="2400" i="1" dirty="0"/>
                  <a:t>, w</a:t>
                </a:r>
                <a:r>
                  <a:rPr lang="en-US" sz="2400" i="1" baseline="-25000" dirty="0"/>
                  <a:t>3</a:t>
                </a:r>
                <a:r>
                  <a:rPr lang="en-US" sz="2400" i="1" dirty="0"/>
                  <a:t>, w</a:t>
                </a:r>
                <a:r>
                  <a:rPr lang="en-US" sz="2400" i="1" baseline="-25000" dirty="0"/>
                  <a:t>4</a:t>
                </a:r>
                <a:r>
                  <a:rPr lang="en-US" sz="2400" b="1" dirty="0"/>
                  <a:t>,) = </a:t>
                </a:r>
                <a:r>
                  <a:rPr lang="en-US" sz="2400" dirty="0"/>
                  <a:t>(11, 13, 24,7) &amp; m=31</a:t>
                </a:r>
              </a:p>
              <a:p>
                <a:pPr marL="0" indent="0">
                  <a:buNone/>
                </a:pPr>
                <a:r>
                  <a:rPr lang="en-IN" sz="2400" dirty="0"/>
                  <a:t>Another Approach: </a:t>
                </a:r>
                <a:r>
                  <a:rPr lang="en-IN" sz="2400" dirty="0">
                    <a:solidFill>
                      <a:srgbClr val="FF0000"/>
                    </a:solidFill>
                  </a:rPr>
                  <a:t>[Fixed Length]</a:t>
                </a:r>
              </a:p>
              <a:p>
                <a:pPr marL="0" indent="0">
                  <a:buNone/>
                </a:pPr>
                <a:r>
                  <a:rPr lang="en-IN" sz="2400" dirty="0"/>
                  <a:t>Each solution set is represented by n-tuple (</a:t>
                </a:r>
                <a:r>
                  <a:rPr lang="en-US" sz="2400" i="1" dirty="0"/>
                  <a:t>x</a:t>
                </a:r>
                <a:r>
                  <a:rPr lang="en-US" sz="2400" i="1" baseline="-25000" dirty="0"/>
                  <a:t>1</a:t>
                </a:r>
                <a:r>
                  <a:rPr lang="en-US" sz="2400" i="1" dirty="0"/>
                  <a:t>, x</a:t>
                </a:r>
                <a:r>
                  <a:rPr lang="en-US" sz="2400" i="1" baseline="-25000" dirty="0"/>
                  <a:t>2</a:t>
                </a:r>
                <a:r>
                  <a:rPr lang="en-US" sz="2400" i="1" dirty="0"/>
                  <a:t>, x</a:t>
                </a:r>
                <a:r>
                  <a:rPr lang="en-US" sz="2400" i="1" baseline="-25000" dirty="0"/>
                  <a:t>3</a:t>
                </a:r>
                <a:r>
                  <a:rPr lang="en-US" sz="2400" i="1" dirty="0"/>
                  <a:t>, x</a:t>
                </a:r>
                <a:r>
                  <a:rPr lang="en-US" sz="2400" i="1" baseline="-25000" dirty="0"/>
                  <a:t>4</a:t>
                </a:r>
                <a:r>
                  <a:rPr lang="en-US" sz="2400" dirty="0"/>
                  <a:t>) such that </a:t>
                </a:r>
              </a:p>
              <a:p>
                <a:pPr marL="0" indent="0">
                  <a:buNone/>
                </a:pPr>
                <a:r>
                  <a:rPr lang="en-US" sz="2400" i="1" dirty="0"/>
                  <a:t>x</a:t>
                </a:r>
                <a:r>
                  <a:rPr lang="en-US" sz="2400" i="1" baseline="-25000" dirty="0"/>
                  <a:t>i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1≤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	</a:t>
                </a:r>
                <a:r>
                  <a:rPr lang="en-US" sz="2400" i="1" dirty="0"/>
                  <a:t> x</a:t>
                </a:r>
                <a:r>
                  <a:rPr lang="en-US" sz="2400" i="1" baseline="-25000" dirty="0"/>
                  <a:t>i </a:t>
                </a:r>
                <a:r>
                  <a:rPr lang="en-US" sz="2400" i="1" dirty="0"/>
                  <a:t>= 0 </a:t>
                </a:r>
                <a:r>
                  <a:rPr lang="en-US" sz="2400" i="1" dirty="0">
                    <a:sym typeface="Wingdings" panose="05000000000000000000" pitchFamily="2" charset="2"/>
                  </a:rPr>
                  <a:t> </a:t>
                </a:r>
                <a:r>
                  <a:rPr lang="en-US" sz="2400" i="1" dirty="0" err="1">
                    <a:sym typeface="Wingdings" panose="05000000000000000000" pitchFamily="2" charset="2"/>
                  </a:rPr>
                  <a:t>w</a:t>
                </a:r>
                <a:r>
                  <a:rPr lang="en-US" sz="2400" i="1" baseline="-25000" dirty="0" err="1"/>
                  <a:t>i</a:t>
                </a:r>
                <a:r>
                  <a:rPr lang="en-US" sz="2400" i="1" baseline="-25000" dirty="0"/>
                  <a:t> </a:t>
                </a:r>
                <a:r>
                  <a:rPr lang="en-US" sz="2400" i="1" dirty="0"/>
                  <a:t>not selected, </a:t>
                </a:r>
                <a:r>
                  <a:rPr lang="en-US" sz="2400" dirty="0"/>
                  <a:t>and </a:t>
                </a:r>
                <a:r>
                  <a:rPr lang="en-US" sz="2400" i="1" dirty="0"/>
                  <a:t>x</a:t>
                </a:r>
                <a:r>
                  <a:rPr lang="en-US" sz="2400" i="1" baseline="-25000" dirty="0"/>
                  <a:t>i </a:t>
                </a:r>
                <a:r>
                  <a:rPr lang="en-US" sz="2400" i="1" dirty="0"/>
                  <a:t>= 1 </a:t>
                </a:r>
                <a:r>
                  <a:rPr lang="en-US" sz="2400" i="1" dirty="0">
                    <a:sym typeface="Wingdings" panose="05000000000000000000" pitchFamily="2" charset="2"/>
                  </a:rPr>
                  <a:t> </a:t>
                </a:r>
                <a:r>
                  <a:rPr lang="en-US" sz="2400" i="1" dirty="0" err="1">
                    <a:sym typeface="Wingdings" panose="05000000000000000000" pitchFamily="2" charset="2"/>
                  </a:rPr>
                  <a:t>w</a:t>
                </a:r>
                <a:r>
                  <a:rPr lang="en-US" sz="2400" i="1" baseline="-25000" dirty="0" err="1"/>
                  <a:t>i</a:t>
                </a:r>
                <a:r>
                  <a:rPr lang="en-US" sz="2400" i="1" dirty="0"/>
                  <a:t> selected</a:t>
                </a:r>
              </a:p>
              <a:p>
                <a:pPr marL="0" indent="0">
                  <a:buNone/>
                </a:pPr>
                <a:r>
                  <a:rPr lang="en-US" sz="2400" dirty="0"/>
                  <a:t>Therefore, Solution space of above instance are </a:t>
                </a:r>
                <a:r>
                  <a:rPr lang="en-US" sz="2400" i="1" dirty="0"/>
                  <a:t>(1,1,0,1) </a:t>
                </a:r>
                <a:r>
                  <a:rPr lang="en-US" sz="2400" dirty="0"/>
                  <a:t>&amp;</a:t>
                </a:r>
                <a:r>
                  <a:rPr lang="en-US" sz="2400" i="1" dirty="0"/>
                  <a:t> (0,0,1,1)</a:t>
                </a:r>
                <a:endParaRPr lang="en-IN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800" dirty="0">
                  <a:solidFill>
                    <a:schemeClr val="accent1"/>
                  </a:solidFill>
                </a:endParaRPr>
              </a:p>
              <a:p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F3C91-ECE8-4D37-9FD7-8490C5F51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888" y="1353312"/>
                <a:ext cx="10728370" cy="5239763"/>
              </a:xfrm>
              <a:blipFill>
                <a:blip r:embed="rId2"/>
                <a:stretch>
                  <a:fillRect l="-852" t="-1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187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Sum of Subsets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F3C91-ECE8-4D37-9FD7-8490C5F51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888" y="1353312"/>
                <a:ext cx="10728370" cy="52397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Example: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	n=4; (</a:t>
                </a:r>
                <a:r>
                  <a:rPr lang="en-US" sz="2400" i="1" dirty="0"/>
                  <a:t>w</a:t>
                </a:r>
                <a:r>
                  <a:rPr lang="en-US" sz="2400" i="1" baseline="-25000" dirty="0"/>
                  <a:t>1</a:t>
                </a:r>
                <a:r>
                  <a:rPr lang="en-US" sz="2400" i="1" dirty="0"/>
                  <a:t>, w</a:t>
                </a:r>
                <a:r>
                  <a:rPr lang="en-US" sz="2400" i="1" baseline="-25000" dirty="0"/>
                  <a:t>2</a:t>
                </a:r>
                <a:r>
                  <a:rPr lang="en-US" sz="2400" i="1" dirty="0"/>
                  <a:t>, w</a:t>
                </a:r>
                <a:r>
                  <a:rPr lang="en-US" sz="2400" i="1" baseline="-25000" dirty="0"/>
                  <a:t>3</a:t>
                </a:r>
                <a:r>
                  <a:rPr lang="en-US" sz="2400" i="1" dirty="0"/>
                  <a:t>, w</a:t>
                </a:r>
                <a:r>
                  <a:rPr lang="en-US" sz="2400" i="1" baseline="-25000" dirty="0"/>
                  <a:t>4</a:t>
                </a:r>
                <a:r>
                  <a:rPr lang="en-US" sz="2400" b="1" dirty="0"/>
                  <a:t>,) = </a:t>
                </a:r>
                <a:r>
                  <a:rPr lang="en-US" sz="2400" dirty="0"/>
                  <a:t>(11, 13, 24,7) &amp; m=31</a:t>
                </a:r>
              </a:p>
              <a:p>
                <a:pPr marL="0" indent="0">
                  <a:buNone/>
                </a:pPr>
                <a:r>
                  <a:rPr lang="en-IN" sz="2400" dirty="0"/>
                  <a:t>Another Approach: </a:t>
                </a:r>
                <a:r>
                  <a:rPr lang="en-IN" sz="2400" dirty="0">
                    <a:solidFill>
                      <a:srgbClr val="FF0000"/>
                    </a:solidFill>
                  </a:rPr>
                  <a:t>[Fixed Length]</a:t>
                </a:r>
              </a:p>
              <a:p>
                <a:pPr marL="0" indent="0">
                  <a:buNone/>
                </a:pPr>
                <a:r>
                  <a:rPr lang="en-IN" sz="2400" dirty="0"/>
                  <a:t>Each solution set is represented by n-tuple (</a:t>
                </a:r>
                <a:r>
                  <a:rPr lang="en-US" sz="2400" i="1" dirty="0"/>
                  <a:t>x</a:t>
                </a:r>
                <a:r>
                  <a:rPr lang="en-US" sz="2400" i="1" baseline="-25000" dirty="0"/>
                  <a:t>1</a:t>
                </a:r>
                <a:r>
                  <a:rPr lang="en-US" sz="2400" i="1" dirty="0"/>
                  <a:t>, x</a:t>
                </a:r>
                <a:r>
                  <a:rPr lang="en-US" sz="2400" i="1" baseline="-25000" dirty="0"/>
                  <a:t>2</a:t>
                </a:r>
                <a:r>
                  <a:rPr lang="en-US" sz="2400" i="1" dirty="0"/>
                  <a:t>, x</a:t>
                </a:r>
                <a:r>
                  <a:rPr lang="en-US" sz="2400" i="1" baseline="-25000" dirty="0"/>
                  <a:t>3</a:t>
                </a:r>
                <a:r>
                  <a:rPr lang="en-US" sz="2400" i="1" dirty="0"/>
                  <a:t>, x</a:t>
                </a:r>
                <a:r>
                  <a:rPr lang="en-US" sz="2400" i="1" baseline="-25000" dirty="0"/>
                  <a:t>4</a:t>
                </a:r>
                <a:r>
                  <a:rPr lang="en-US" sz="2400" dirty="0"/>
                  <a:t>) such that </a:t>
                </a:r>
              </a:p>
              <a:p>
                <a:pPr marL="0" indent="0">
                  <a:buNone/>
                </a:pPr>
                <a:r>
                  <a:rPr lang="en-US" sz="2400" i="1" dirty="0"/>
                  <a:t>x</a:t>
                </a:r>
                <a:r>
                  <a:rPr lang="en-US" sz="2400" i="1" baseline="-25000" dirty="0"/>
                  <a:t>i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1≤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	</a:t>
                </a:r>
                <a:r>
                  <a:rPr lang="en-US" sz="2400" i="1" dirty="0"/>
                  <a:t> x</a:t>
                </a:r>
                <a:r>
                  <a:rPr lang="en-US" sz="2400" i="1" baseline="-25000" dirty="0"/>
                  <a:t>i </a:t>
                </a:r>
                <a:r>
                  <a:rPr lang="en-US" sz="2400" i="1" dirty="0"/>
                  <a:t>= 0 </a:t>
                </a:r>
                <a:r>
                  <a:rPr lang="en-US" sz="2400" i="1" dirty="0">
                    <a:sym typeface="Wingdings" panose="05000000000000000000" pitchFamily="2" charset="2"/>
                  </a:rPr>
                  <a:t> </a:t>
                </a:r>
                <a:r>
                  <a:rPr lang="en-US" sz="2400" i="1" dirty="0" err="1">
                    <a:sym typeface="Wingdings" panose="05000000000000000000" pitchFamily="2" charset="2"/>
                  </a:rPr>
                  <a:t>w</a:t>
                </a:r>
                <a:r>
                  <a:rPr lang="en-US" sz="2400" i="1" baseline="-25000" dirty="0" err="1"/>
                  <a:t>i</a:t>
                </a:r>
                <a:r>
                  <a:rPr lang="en-US" sz="2400" i="1" baseline="-25000" dirty="0"/>
                  <a:t> </a:t>
                </a:r>
                <a:r>
                  <a:rPr lang="en-US" sz="2400" i="1" dirty="0"/>
                  <a:t>not selected, </a:t>
                </a:r>
                <a:r>
                  <a:rPr lang="en-US" sz="2400" dirty="0"/>
                  <a:t>and </a:t>
                </a:r>
                <a:r>
                  <a:rPr lang="en-US" sz="2400" i="1" dirty="0"/>
                  <a:t>x</a:t>
                </a:r>
                <a:r>
                  <a:rPr lang="en-US" sz="2400" i="1" baseline="-25000" dirty="0"/>
                  <a:t>i </a:t>
                </a:r>
                <a:r>
                  <a:rPr lang="en-US" sz="2400" i="1" dirty="0"/>
                  <a:t>= 1 </a:t>
                </a:r>
                <a:r>
                  <a:rPr lang="en-US" sz="2400" i="1" dirty="0">
                    <a:sym typeface="Wingdings" panose="05000000000000000000" pitchFamily="2" charset="2"/>
                  </a:rPr>
                  <a:t> </a:t>
                </a:r>
                <a:r>
                  <a:rPr lang="en-US" sz="2400" i="1" dirty="0" err="1">
                    <a:sym typeface="Wingdings" panose="05000000000000000000" pitchFamily="2" charset="2"/>
                  </a:rPr>
                  <a:t>w</a:t>
                </a:r>
                <a:r>
                  <a:rPr lang="en-US" sz="2400" i="1" baseline="-25000" dirty="0" err="1"/>
                  <a:t>i</a:t>
                </a:r>
                <a:r>
                  <a:rPr lang="en-US" sz="2400" i="1" dirty="0"/>
                  <a:t> selected</a:t>
                </a:r>
              </a:p>
              <a:p>
                <a:pPr marL="0" indent="0">
                  <a:buNone/>
                </a:pPr>
                <a:r>
                  <a:rPr lang="en-US" sz="2400" dirty="0"/>
                  <a:t>Therefore, Solution space of above instance are </a:t>
                </a:r>
                <a:r>
                  <a:rPr lang="en-US" sz="2400" i="1" dirty="0"/>
                  <a:t>(1,1,0,1) </a:t>
                </a:r>
                <a:r>
                  <a:rPr lang="en-US" sz="2400" dirty="0"/>
                  <a:t>&amp;</a:t>
                </a:r>
                <a:r>
                  <a:rPr lang="en-US" sz="2400" i="1" dirty="0"/>
                  <a:t> (0,0,1,1)</a:t>
                </a:r>
                <a:endParaRPr lang="en-IN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800" dirty="0">
                  <a:solidFill>
                    <a:schemeClr val="accent1"/>
                  </a:solidFill>
                </a:endParaRPr>
              </a:p>
              <a:p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F3C91-ECE8-4D37-9FD7-8490C5F51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888" y="1353312"/>
                <a:ext cx="10728370" cy="5239763"/>
              </a:xfrm>
              <a:blipFill>
                <a:blip r:embed="rId2"/>
                <a:stretch>
                  <a:fillRect l="-852" t="-12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3616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Sum of Subsets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353312"/>
            <a:ext cx="10728370" cy="523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IN" sz="2400" b="1" dirty="0"/>
              <a:t>S = {2, 3, 5, 6, 7, 9, 10} &amp; M= 15</a:t>
            </a:r>
          </a:p>
          <a:p>
            <a:pPr marL="0" indent="0">
              <a:buNone/>
            </a:pPr>
            <a:r>
              <a:rPr lang="en-IN" sz="2400" dirty="0"/>
              <a:t>In state space tree of solution, node list values of </a:t>
            </a:r>
          </a:p>
          <a:p>
            <a:pPr marL="0" indent="0">
              <a:buNone/>
            </a:pPr>
            <a:r>
              <a:rPr lang="en-IN" sz="2400" dirty="0" err="1"/>
              <a:t>sumSoFar</a:t>
            </a:r>
            <a:r>
              <a:rPr lang="en-IN" sz="2400" dirty="0"/>
              <a:t>, k &amp; </a:t>
            </a:r>
            <a:r>
              <a:rPr lang="en-IN" sz="2400" dirty="0" err="1"/>
              <a:t>remWeight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Initialize root node with values, </a:t>
            </a:r>
            <a:r>
              <a:rPr lang="en-IN" sz="2400" dirty="0" err="1"/>
              <a:t>sumSoFar</a:t>
            </a:r>
            <a:r>
              <a:rPr lang="en-IN" sz="2400" dirty="0"/>
              <a:t> = 0, k= 1 &amp; </a:t>
            </a:r>
            <a:r>
              <a:rPr lang="en-IN" sz="2400" dirty="0" err="1"/>
              <a:t>remWeight</a:t>
            </a:r>
            <a:r>
              <a:rPr lang="en-IN" sz="2400" dirty="0"/>
              <a:t>= 42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800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CAE3609-7493-403C-8593-66680E685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329757"/>
              </p:ext>
            </p:extLst>
          </p:nvPr>
        </p:nvGraphicFramePr>
        <p:xfrm>
          <a:off x="2016432" y="4510001"/>
          <a:ext cx="7289799" cy="11386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1138631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318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Sum of Subsets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C91-ECE8-4D37-9FD7-8490C5F5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68" y="1055815"/>
            <a:ext cx="10728370" cy="523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endParaRPr lang="en-US" sz="2800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CAE3609-7493-403C-8593-66680E685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149514"/>
              </p:ext>
            </p:extLst>
          </p:nvPr>
        </p:nvGraphicFramePr>
        <p:xfrm>
          <a:off x="7104626" y="1607298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01D476-3930-4099-B1AC-08C0DFD4D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484066"/>
              </p:ext>
            </p:extLst>
          </p:nvPr>
        </p:nvGraphicFramePr>
        <p:xfrm>
          <a:off x="5089013" y="2674098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728FAA2D-BFE0-4C13-BE36-B0FB2248E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592632"/>
              </p:ext>
            </p:extLst>
          </p:nvPr>
        </p:nvGraphicFramePr>
        <p:xfrm>
          <a:off x="9144820" y="2646513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1B31BA-AC29-4A3F-9D60-B5DD7083A34F}"/>
              </a:ext>
            </a:extLst>
          </p:cNvPr>
          <p:cNvCxnSpPr>
            <a:endCxn id="5" idx="0"/>
          </p:cNvCxnSpPr>
          <p:nvPr/>
        </p:nvCxnSpPr>
        <p:spPr>
          <a:xfrm flipH="1">
            <a:off x="6012834" y="2125458"/>
            <a:ext cx="1091792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59E68B-61B4-4C93-8EFE-94D5D610BBC5}"/>
              </a:ext>
            </a:extLst>
          </p:cNvPr>
          <p:cNvCxnSpPr>
            <a:endCxn id="6" idx="0"/>
          </p:cNvCxnSpPr>
          <p:nvPr/>
        </p:nvCxnSpPr>
        <p:spPr>
          <a:xfrm>
            <a:off x="8952269" y="2125458"/>
            <a:ext cx="1116372" cy="521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46135C8-47C9-4A5B-8236-411D2278C707}"/>
              </a:ext>
            </a:extLst>
          </p:cNvPr>
          <p:cNvSpPr txBox="1"/>
          <p:nvPr/>
        </p:nvSpPr>
        <p:spPr>
          <a:xfrm>
            <a:off x="5442358" y="1937075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1</a:t>
            </a:r>
            <a:r>
              <a:rPr lang="en-IN" sz="2400" dirty="0"/>
              <a:t>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9F0A3-7289-46AD-AE2E-4DB419A0E2F2}"/>
              </a:ext>
            </a:extLst>
          </p:cNvPr>
          <p:cNvSpPr txBox="1"/>
          <p:nvPr/>
        </p:nvSpPr>
        <p:spPr>
          <a:xfrm>
            <a:off x="9556338" y="1842361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1</a:t>
            </a:r>
            <a:r>
              <a:rPr lang="en-IN" sz="2400" dirty="0"/>
              <a:t>=0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CF7A485-2F03-48CA-B4AB-F477879DF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112431"/>
              </p:ext>
            </p:extLst>
          </p:nvPr>
        </p:nvGraphicFramePr>
        <p:xfrm>
          <a:off x="3088765" y="3740898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A6F0D724-4A0E-4814-8E7B-8C2E3B654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783339"/>
              </p:ext>
            </p:extLst>
          </p:nvPr>
        </p:nvGraphicFramePr>
        <p:xfrm>
          <a:off x="7144572" y="3713313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BD0E6E-B66D-43C6-B8D6-247A3F41A1F8}"/>
              </a:ext>
            </a:extLst>
          </p:cNvPr>
          <p:cNvCxnSpPr>
            <a:endCxn id="13" idx="0"/>
          </p:cNvCxnSpPr>
          <p:nvPr/>
        </p:nvCxnSpPr>
        <p:spPr>
          <a:xfrm flipH="1">
            <a:off x="4012586" y="3192258"/>
            <a:ext cx="1091792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880D9B-DBD2-4750-A21F-C6BBB2FF5696}"/>
              </a:ext>
            </a:extLst>
          </p:cNvPr>
          <p:cNvCxnSpPr>
            <a:endCxn id="14" idx="0"/>
          </p:cNvCxnSpPr>
          <p:nvPr/>
        </p:nvCxnSpPr>
        <p:spPr>
          <a:xfrm>
            <a:off x="6952021" y="3192258"/>
            <a:ext cx="1116372" cy="521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DE84D5F-F3A1-41CC-B4B5-6CC25BCBCA3B}"/>
              </a:ext>
            </a:extLst>
          </p:cNvPr>
          <p:cNvSpPr txBox="1"/>
          <p:nvPr/>
        </p:nvSpPr>
        <p:spPr>
          <a:xfrm>
            <a:off x="3442110" y="3003875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2</a:t>
            </a:r>
            <a:r>
              <a:rPr lang="en-IN" sz="2400" dirty="0"/>
              <a:t>=1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8C584F-E4EF-4210-8F43-0C3B32BA3B0C}"/>
              </a:ext>
            </a:extLst>
          </p:cNvPr>
          <p:cNvSpPr txBox="1"/>
          <p:nvPr/>
        </p:nvSpPr>
        <p:spPr>
          <a:xfrm>
            <a:off x="7556090" y="2909161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2</a:t>
            </a:r>
            <a:r>
              <a:rPr lang="en-IN" sz="2400" dirty="0"/>
              <a:t>=0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357AE4-D3E8-4966-B1D7-F7916FD5279E}"/>
              </a:ext>
            </a:extLst>
          </p:cNvPr>
          <p:cNvSpPr txBox="1"/>
          <p:nvPr/>
        </p:nvSpPr>
        <p:spPr>
          <a:xfrm>
            <a:off x="156493" y="6401204"/>
            <a:ext cx="429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S = {2, 3, 5, 6, 7, 9, 10} &amp; M= 15</a:t>
            </a:r>
            <a:endParaRPr lang="en-IN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789053B-BE4A-4D4A-B395-6E2E140B8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898507"/>
              </p:ext>
            </p:extLst>
          </p:nvPr>
        </p:nvGraphicFramePr>
        <p:xfrm>
          <a:off x="1048571" y="4828747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AAA5F4CF-D64F-4BDD-A6FD-BC7514F9B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204512"/>
              </p:ext>
            </p:extLst>
          </p:nvPr>
        </p:nvGraphicFramePr>
        <p:xfrm>
          <a:off x="5104378" y="4801162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F61DAFF-9854-4921-A9C1-984ECFE448E4}"/>
              </a:ext>
            </a:extLst>
          </p:cNvPr>
          <p:cNvCxnSpPr>
            <a:endCxn id="20" idx="0"/>
          </p:cNvCxnSpPr>
          <p:nvPr/>
        </p:nvCxnSpPr>
        <p:spPr>
          <a:xfrm flipH="1">
            <a:off x="1972392" y="4280107"/>
            <a:ext cx="1091792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9DEAF7C-830D-487F-8C68-C8EFF12A6D67}"/>
              </a:ext>
            </a:extLst>
          </p:cNvPr>
          <p:cNvCxnSpPr>
            <a:endCxn id="21" idx="0"/>
          </p:cNvCxnSpPr>
          <p:nvPr/>
        </p:nvCxnSpPr>
        <p:spPr>
          <a:xfrm>
            <a:off x="4911827" y="4280107"/>
            <a:ext cx="1116372" cy="521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10E5527-5B1E-4E4D-9444-3E68E317BFF2}"/>
              </a:ext>
            </a:extLst>
          </p:cNvPr>
          <p:cNvSpPr txBox="1"/>
          <p:nvPr/>
        </p:nvSpPr>
        <p:spPr>
          <a:xfrm>
            <a:off x="1401916" y="4091724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3</a:t>
            </a:r>
            <a:r>
              <a:rPr lang="en-IN" sz="2400" dirty="0"/>
              <a:t>=1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3D099E-ED4B-4416-9C83-BF393788E166}"/>
              </a:ext>
            </a:extLst>
          </p:cNvPr>
          <p:cNvSpPr txBox="1"/>
          <p:nvPr/>
        </p:nvSpPr>
        <p:spPr>
          <a:xfrm>
            <a:off x="5515896" y="3997010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3</a:t>
            </a:r>
            <a:r>
              <a:rPr lang="en-IN" sz="2400" dirty="0"/>
              <a:t>=0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30EC6D-134C-49B9-AEFD-3B3EE1549ABA}"/>
              </a:ext>
            </a:extLst>
          </p:cNvPr>
          <p:cNvSpPr txBox="1"/>
          <p:nvPr/>
        </p:nvSpPr>
        <p:spPr>
          <a:xfrm>
            <a:off x="1048572" y="5720820"/>
            <a:ext cx="161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10+6&gt;15</a:t>
            </a:r>
          </a:p>
        </p:txBody>
      </p:sp>
      <p:sp>
        <p:nvSpPr>
          <p:cNvPr id="27" name="Arrow: Curved Down 26">
            <a:extLst>
              <a:ext uri="{FF2B5EF4-FFF2-40B4-BE49-F238E27FC236}">
                <a16:creationId xmlns:a16="http://schemas.microsoft.com/office/drawing/2014/main" id="{FCEB602D-5F5A-4688-AA41-0F2B7A9B661F}"/>
              </a:ext>
            </a:extLst>
          </p:cNvPr>
          <p:cNvSpPr/>
          <p:nvPr/>
        </p:nvSpPr>
        <p:spPr>
          <a:xfrm rot="19991591">
            <a:off x="690007" y="3396186"/>
            <a:ext cx="2206296" cy="731520"/>
          </a:xfrm>
          <a:prstGeom prst="curvedDownArrow">
            <a:avLst>
              <a:gd name="adj1" fmla="val 25000"/>
              <a:gd name="adj2" fmla="val 50000"/>
              <a:gd name="adj3" fmla="val 3508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D8D84A2-795E-4A92-9FDB-9FE9E2C99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353483"/>
              </p:ext>
            </p:extLst>
          </p:nvPr>
        </p:nvGraphicFramePr>
        <p:xfrm>
          <a:off x="3066232" y="5869855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graphicFrame>
        <p:nvGraphicFramePr>
          <p:cNvPr id="29" name="Table 4">
            <a:extLst>
              <a:ext uri="{FF2B5EF4-FFF2-40B4-BE49-F238E27FC236}">
                <a16:creationId xmlns:a16="http://schemas.microsoft.com/office/drawing/2014/main" id="{B223C8F5-D6C5-415B-8DA4-74CBC0785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031650"/>
              </p:ext>
            </p:extLst>
          </p:nvPr>
        </p:nvGraphicFramePr>
        <p:xfrm>
          <a:off x="7122039" y="5842270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FBEC9A3-9FCA-413B-A4D7-CE9FE264559A}"/>
              </a:ext>
            </a:extLst>
          </p:cNvPr>
          <p:cNvCxnSpPr>
            <a:endCxn id="28" idx="0"/>
          </p:cNvCxnSpPr>
          <p:nvPr/>
        </p:nvCxnSpPr>
        <p:spPr>
          <a:xfrm flipH="1">
            <a:off x="3990053" y="5321215"/>
            <a:ext cx="1091792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AE670F8-F772-49FD-B0F2-FA49BCA6234C}"/>
              </a:ext>
            </a:extLst>
          </p:cNvPr>
          <p:cNvCxnSpPr>
            <a:endCxn id="29" idx="0"/>
          </p:cNvCxnSpPr>
          <p:nvPr/>
        </p:nvCxnSpPr>
        <p:spPr>
          <a:xfrm>
            <a:off x="6929488" y="5321215"/>
            <a:ext cx="1116372" cy="521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96555AB-F6F4-483F-92C1-329EF31B3E00}"/>
              </a:ext>
            </a:extLst>
          </p:cNvPr>
          <p:cNvSpPr txBox="1"/>
          <p:nvPr/>
        </p:nvSpPr>
        <p:spPr>
          <a:xfrm>
            <a:off x="3419577" y="5132832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4</a:t>
            </a:r>
            <a:r>
              <a:rPr lang="en-IN" sz="2400" dirty="0"/>
              <a:t>=1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EFBED5-75F9-4111-A20D-E923EE76B2DA}"/>
              </a:ext>
            </a:extLst>
          </p:cNvPr>
          <p:cNvSpPr txBox="1"/>
          <p:nvPr/>
        </p:nvSpPr>
        <p:spPr>
          <a:xfrm>
            <a:off x="7533557" y="5038118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4</a:t>
            </a:r>
            <a:r>
              <a:rPr lang="en-IN" sz="2400" dirty="0"/>
              <a:t>=0</a:t>
            </a:r>
          </a:p>
        </p:txBody>
      </p:sp>
      <p:sp>
        <p:nvSpPr>
          <p:cNvPr id="34" name="Arrow: Curved Down 33">
            <a:extLst>
              <a:ext uri="{FF2B5EF4-FFF2-40B4-BE49-F238E27FC236}">
                <a16:creationId xmlns:a16="http://schemas.microsoft.com/office/drawing/2014/main" id="{75B4C457-F108-49B5-93D9-B3CE5DCF2E38}"/>
              </a:ext>
            </a:extLst>
          </p:cNvPr>
          <p:cNvSpPr/>
          <p:nvPr/>
        </p:nvSpPr>
        <p:spPr>
          <a:xfrm rot="19991591">
            <a:off x="2707668" y="4437294"/>
            <a:ext cx="2206296" cy="731520"/>
          </a:xfrm>
          <a:prstGeom prst="curvedDownArrow">
            <a:avLst>
              <a:gd name="adj1" fmla="val 25000"/>
              <a:gd name="adj2" fmla="val 50000"/>
              <a:gd name="adj3" fmla="val 3508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E808D8-600D-49B2-B3A9-C676651389C2}"/>
              </a:ext>
            </a:extLst>
          </p:cNvPr>
          <p:cNvSpPr txBox="1"/>
          <p:nvPr/>
        </p:nvSpPr>
        <p:spPr>
          <a:xfrm>
            <a:off x="4275496" y="6405347"/>
            <a:ext cx="161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11+7&gt;15</a:t>
            </a:r>
          </a:p>
        </p:txBody>
      </p:sp>
    </p:spTree>
    <p:extLst>
      <p:ext uri="{BB962C8B-B14F-4D97-AF65-F5344CB8AC3E}">
        <p14:creationId xmlns:p14="http://schemas.microsoft.com/office/powerpoint/2010/main" val="427543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7" grpId="0"/>
      <p:bldP spid="18" grpId="0"/>
      <p:bldP spid="24" grpId="0"/>
      <p:bldP spid="25" grpId="0"/>
      <p:bldP spid="26" grpId="0"/>
      <p:bldP spid="27" grpId="0" animBg="1"/>
      <p:bldP spid="32" grpId="0"/>
      <p:bldP spid="33" grpId="0"/>
      <p:bldP spid="34" grpId="0" animBg="1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Sum of Subsets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357AE4-D3E8-4966-B1D7-F7916FD5279E}"/>
              </a:ext>
            </a:extLst>
          </p:cNvPr>
          <p:cNvSpPr txBox="1"/>
          <p:nvPr/>
        </p:nvSpPr>
        <p:spPr>
          <a:xfrm>
            <a:off x="609213" y="6188953"/>
            <a:ext cx="429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S = {2, 3, 5, 6, 7, 9, 10} &amp; M= 15</a:t>
            </a:r>
            <a:endParaRPr lang="en-IN" dirty="0"/>
          </a:p>
        </p:txBody>
      </p:sp>
      <p:graphicFrame>
        <p:nvGraphicFramePr>
          <p:cNvPr id="36" name="Table 4">
            <a:extLst>
              <a:ext uri="{FF2B5EF4-FFF2-40B4-BE49-F238E27FC236}">
                <a16:creationId xmlns:a16="http://schemas.microsoft.com/office/drawing/2014/main" id="{C62F27FA-34CC-42C9-8044-8C66B1A7E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569503"/>
              </p:ext>
            </p:extLst>
          </p:nvPr>
        </p:nvGraphicFramePr>
        <p:xfrm>
          <a:off x="5013018" y="2627122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F69B799-90B3-482B-94A3-B04FC3EA1251}"/>
              </a:ext>
            </a:extLst>
          </p:cNvPr>
          <p:cNvCxnSpPr/>
          <p:nvPr/>
        </p:nvCxnSpPr>
        <p:spPr>
          <a:xfrm flipH="1">
            <a:off x="1881032" y="2106067"/>
            <a:ext cx="1091792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4C1376-5F2C-4F18-8924-3F7300EAD8AA}"/>
              </a:ext>
            </a:extLst>
          </p:cNvPr>
          <p:cNvCxnSpPr>
            <a:endCxn id="36" idx="0"/>
          </p:cNvCxnSpPr>
          <p:nvPr/>
        </p:nvCxnSpPr>
        <p:spPr>
          <a:xfrm>
            <a:off x="4820467" y="2106067"/>
            <a:ext cx="1116372" cy="521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93F709B-3133-46AA-9333-FDCB70996270}"/>
              </a:ext>
            </a:extLst>
          </p:cNvPr>
          <p:cNvSpPr txBox="1"/>
          <p:nvPr/>
        </p:nvSpPr>
        <p:spPr>
          <a:xfrm>
            <a:off x="1310556" y="1917684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5</a:t>
            </a:r>
            <a:r>
              <a:rPr lang="en-IN" sz="2400" dirty="0"/>
              <a:t>=1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8FB6F3-B82A-48EB-A8E2-8F5E09104E2E}"/>
              </a:ext>
            </a:extLst>
          </p:cNvPr>
          <p:cNvSpPr txBox="1"/>
          <p:nvPr/>
        </p:nvSpPr>
        <p:spPr>
          <a:xfrm>
            <a:off x="5424536" y="1822970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5</a:t>
            </a:r>
            <a:r>
              <a:rPr lang="en-IN" sz="2400" dirty="0"/>
              <a:t>=0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00861A3B-8325-4B4F-BE0B-5560B8FFD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33906"/>
              </p:ext>
            </p:extLst>
          </p:nvPr>
        </p:nvGraphicFramePr>
        <p:xfrm>
          <a:off x="957211" y="2654707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graphicFrame>
        <p:nvGraphicFramePr>
          <p:cNvPr id="42" name="Table 4">
            <a:extLst>
              <a:ext uri="{FF2B5EF4-FFF2-40B4-BE49-F238E27FC236}">
                <a16:creationId xmlns:a16="http://schemas.microsoft.com/office/drawing/2014/main" id="{A454E2EF-4BEC-4347-856B-198546C4B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92911"/>
              </p:ext>
            </p:extLst>
          </p:nvPr>
        </p:nvGraphicFramePr>
        <p:xfrm>
          <a:off x="2995357" y="1586014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8FA96FA2-2F7B-400B-B4A3-553C0108A6B2}"/>
              </a:ext>
            </a:extLst>
          </p:cNvPr>
          <p:cNvSpPr txBox="1"/>
          <p:nvPr/>
        </p:nvSpPr>
        <p:spPr>
          <a:xfrm>
            <a:off x="957211" y="3301020"/>
            <a:ext cx="161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12+9&gt;15</a:t>
            </a:r>
          </a:p>
        </p:txBody>
      </p:sp>
      <p:sp>
        <p:nvSpPr>
          <p:cNvPr id="44" name="Arrow: Curved Down 43">
            <a:extLst>
              <a:ext uri="{FF2B5EF4-FFF2-40B4-BE49-F238E27FC236}">
                <a16:creationId xmlns:a16="http://schemas.microsoft.com/office/drawing/2014/main" id="{FFBBB390-0AF2-4A04-AD2B-3AEBF083B684}"/>
              </a:ext>
            </a:extLst>
          </p:cNvPr>
          <p:cNvSpPr/>
          <p:nvPr/>
        </p:nvSpPr>
        <p:spPr>
          <a:xfrm rot="19991591">
            <a:off x="552159" y="1464993"/>
            <a:ext cx="2206296" cy="731520"/>
          </a:xfrm>
          <a:prstGeom prst="curvedDownArrow">
            <a:avLst>
              <a:gd name="adj1" fmla="val 25000"/>
              <a:gd name="adj2" fmla="val 50000"/>
              <a:gd name="adj3" fmla="val 3508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45" name="Table 4">
            <a:extLst>
              <a:ext uri="{FF2B5EF4-FFF2-40B4-BE49-F238E27FC236}">
                <a16:creationId xmlns:a16="http://schemas.microsoft.com/office/drawing/2014/main" id="{33A7AA78-D969-4FB3-9393-F3226260E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910261"/>
              </p:ext>
            </p:extLst>
          </p:nvPr>
        </p:nvGraphicFramePr>
        <p:xfrm>
          <a:off x="7053212" y="3666337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5E6CAFC-B8D5-4CDE-A3B7-7B3438BB4992}"/>
              </a:ext>
            </a:extLst>
          </p:cNvPr>
          <p:cNvCxnSpPr/>
          <p:nvPr/>
        </p:nvCxnSpPr>
        <p:spPr>
          <a:xfrm flipH="1">
            <a:off x="3921226" y="3145282"/>
            <a:ext cx="1091792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BAEC85A-8631-4D17-A6CE-C2C38F8478D9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6860661" y="3145282"/>
            <a:ext cx="1116372" cy="521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6C51D01-2AE6-4C73-A575-3B4D43A892FF}"/>
              </a:ext>
            </a:extLst>
          </p:cNvPr>
          <p:cNvSpPr txBox="1"/>
          <p:nvPr/>
        </p:nvSpPr>
        <p:spPr>
          <a:xfrm>
            <a:off x="3326169" y="3202999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6</a:t>
            </a:r>
            <a:r>
              <a:rPr lang="en-IN" sz="2400" dirty="0"/>
              <a:t>=1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E7E767-B017-4202-BDC3-3533673804F2}"/>
              </a:ext>
            </a:extLst>
          </p:cNvPr>
          <p:cNvSpPr txBox="1"/>
          <p:nvPr/>
        </p:nvSpPr>
        <p:spPr>
          <a:xfrm>
            <a:off x="7440149" y="3108285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6</a:t>
            </a:r>
            <a:r>
              <a:rPr lang="en-IN" sz="2400" dirty="0"/>
              <a:t>=0</a:t>
            </a: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122EA680-CF55-4D39-91BF-14290E572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103945"/>
              </p:ext>
            </p:extLst>
          </p:nvPr>
        </p:nvGraphicFramePr>
        <p:xfrm>
          <a:off x="2997405" y="3693922"/>
          <a:ext cx="1909942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691CBA51-2DF3-435D-A2C1-B983E8712F62}"/>
              </a:ext>
            </a:extLst>
          </p:cNvPr>
          <p:cNvSpPr txBox="1"/>
          <p:nvPr/>
        </p:nvSpPr>
        <p:spPr>
          <a:xfrm>
            <a:off x="2997405" y="4340235"/>
            <a:ext cx="161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14+10&gt;15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093CA00-FF43-431F-8FE3-5253AB912C2C}"/>
              </a:ext>
            </a:extLst>
          </p:cNvPr>
          <p:cNvCxnSpPr/>
          <p:nvPr/>
        </p:nvCxnSpPr>
        <p:spPr>
          <a:xfrm flipH="1">
            <a:off x="5959575" y="4197427"/>
            <a:ext cx="1091792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6BA82F7-E910-49A5-863B-4BE8DCC7EEAA}"/>
              </a:ext>
            </a:extLst>
          </p:cNvPr>
          <p:cNvSpPr txBox="1"/>
          <p:nvPr/>
        </p:nvSpPr>
        <p:spPr>
          <a:xfrm>
            <a:off x="5389099" y="4009044"/>
            <a:ext cx="1091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</a:t>
            </a:r>
            <a:r>
              <a:rPr lang="en-IN" sz="2400" baseline="-25000" dirty="0"/>
              <a:t>7</a:t>
            </a:r>
            <a:r>
              <a:rPr lang="en-IN" sz="2400" dirty="0"/>
              <a:t>=1</a:t>
            </a: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796EB6E4-68F2-4219-882E-D583418C0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786169"/>
              </p:ext>
            </p:extLst>
          </p:nvPr>
        </p:nvGraphicFramePr>
        <p:xfrm>
          <a:off x="5035754" y="4746067"/>
          <a:ext cx="1847643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881">
                  <a:extLst>
                    <a:ext uri="{9D8B030D-6E8A-4147-A177-3AD203B41FA5}">
                      <a16:colId xmlns:a16="http://schemas.microsoft.com/office/drawing/2014/main" val="2512900428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4269950857"/>
                    </a:ext>
                  </a:extLst>
                </a:gridCol>
                <a:gridCol w="615881">
                  <a:extLst>
                    <a:ext uri="{9D8B030D-6E8A-4147-A177-3AD203B41FA5}">
                      <a16:colId xmlns:a16="http://schemas.microsoft.com/office/drawing/2014/main" val="2666308534"/>
                    </a:ext>
                  </a:extLst>
                </a:gridCol>
              </a:tblGrid>
              <a:tr h="44545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84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72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3" grpId="0"/>
      <p:bldP spid="44" grpId="0" animBg="1"/>
      <p:bldP spid="48" grpId="0"/>
      <p:bldP spid="49" grpId="0"/>
      <p:bldP spid="52" grpId="0"/>
      <p:bldP spid="5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Sum of Subset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FF3A47-B4D7-4D82-BBC2-AD69FCCD6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399" b="81144"/>
          <a:stretch/>
        </p:blipFill>
        <p:spPr>
          <a:xfrm>
            <a:off x="854816" y="1238864"/>
            <a:ext cx="9238783" cy="10376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49AB03-EB68-4B3F-B0AF-25FE84152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741" y="2143789"/>
            <a:ext cx="7713400" cy="46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90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b="0" dirty="0"/>
              <a:t>Graph </a:t>
            </a:r>
            <a:r>
              <a:rPr lang="en-IN" b="0" dirty="0" err="1"/>
              <a:t>Coloring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353312"/>
            <a:ext cx="10728370" cy="52397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It’s a classic combinatorial Problem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It’s a problem of coloring 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vertices of a given graph 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such a way that no two adjacent vertices share the same color and yet 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colors are used.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problem is called as 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coloring problem.</a:t>
            </a:r>
          </a:p>
          <a:p>
            <a:r>
              <a:rPr lang="en-US" sz="28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en-US" sz="28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coloring Decision problem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given, whether graph can be colored  using 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colors</a:t>
            </a:r>
          </a:p>
          <a:p>
            <a:r>
              <a:rPr lang="en-US" sz="28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en-US" sz="28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coloring optimization problem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smallest number of colors (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required to color the graph.</a:t>
            </a:r>
          </a:p>
          <a:p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800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7803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sz="3100" b="0" dirty="0"/>
              <a:t>Graph </a:t>
            </a:r>
            <a:r>
              <a:rPr lang="en-IN" sz="3100" b="0" dirty="0" err="1"/>
              <a:t>Coloring</a:t>
            </a:r>
            <a:r>
              <a:rPr lang="en-IN" sz="3100" b="0" dirty="0"/>
              <a:t> Algorithm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7B900A2-6D2F-4375-A1AF-C85A1C7F76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415" y="1353312"/>
                <a:ext cx="10728370" cy="52397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Suppose we have graph 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=(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V,E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) with 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vertices and 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 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is given number of colors.</a:t>
                </a:r>
              </a:p>
              <a:p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We represent  Graph 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by adjacency  matrix 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[</a:t>
                </a:r>
                <a:r>
                  <a:rPr lang="en-US" sz="2800" i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n,n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] where,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en-US" sz="24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[</a:t>
                </a:r>
                <a:r>
                  <a:rPr lang="en-US" sz="2400" i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i,j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]=1 if (</a:t>
                </a:r>
                <a:r>
                  <a:rPr lang="en-US" sz="2400" i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i,j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) is an edge of </a:t>
                </a:r>
                <a:r>
                  <a:rPr lang="en-US" sz="24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and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G[</a:t>
                </a:r>
                <a:r>
                  <a:rPr lang="en-US" sz="2400" i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i,j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]=0 otherwise.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If </a:t>
                </a:r>
                <a:r>
                  <a:rPr lang="en-US" sz="2800" i="1" dirty="0">
                    <a:solidFill>
                      <a:schemeClr val="accent1">
                        <a:lumMod val="75000"/>
                      </a:schemeClr>
                    </a:solidFill>
                  </a:rPr>
                  <a:t>d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is degree of given graph, then it can be colored with </a:t>
                </a:r>
                <a:r>
                  <a:rPr lang="en-US" sz="2800" i="1" dirty="0">
                    <a:solidFill>
                      <a:schemeClr val="accent1">
                        <a:lumMod val="75000"/>
                      </a:schemeClr>
                    </a:solidFill>
                  </a:rPr>
                  <a:t>d+1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colors </a:t>
                </a:r>
                <a:r>
                  <a:rPr lang="en-US" sz="2800" dirty="0">
                    <a:solidFill>
                      <a:schemeClr val="accent1">
                        <a:lumMod val="75000"/>
                      </a:schemeClr>
                    </a:solidFill>
                  </a:rPr>
                  <a:t>[</a:t>
                </a:r>
                <a:r>
                  <a:rPr lang="en-US" sz="2800" i="1" dirty="0">
                    <a:solidFill>
                      <a:schemeClr val="accent1">
                        <a:lumMod val="75000"/>
                      </a:schemeClr>
                    </a:solidFill>
                  </a:rPr>
                  <a:t>m</a:t>
                </a:r>
                <a:r>
                  <a:rPr lang="en-US" sz="2800" dirty="0">
                    <a:solidFill>
                      <a:schemeClr val="accent1">
                        <a:lumMod val="75000"/>
                      </a:schemeClr>
                    </a:solidFill>
                  </a:rPr>
                  <a:t> is referred to as </a:t>
                </a:r>
                <a:r>
                  <a:rPr lang="en-US" sz="2800" b="1" dirty="0">
                    <a:solidFill>
                      <a:schemeClr val="accent1">
                        <a:lumMod val="75000"/>
                      </a:schemeClr>
                    </a:solidFill>
                  </a:rPr>
                  <a:t>chromatic number</a:t>
                </a:r>
                <a:r>
                  <a:rPr lang="en-US" sz="2800" dirty="0">
                    <a:solidFill>
                      <a:schemeClr val="accent1">
                        <a:lumMod val="75000"/>
                      </a:schemeClr>
                    </a:solidFill>
                  </a:rPr>
                  <a:t>].</a:t>
                </a:r>
              </a:p>
              <a:p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Here colors are represented as integers 1,2,3,…,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and coloring solution will be a vector 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x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[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1…N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].</a:t>
                </a:r>
              </a:p>
              <a:p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So, solutions are given by </a:t>
                </a:r>
                <a:r>
                  <a:rPr lang="en-US" sz="2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-tuple </a:t>
                </a:r>
                <a:r>
                  <a:rPr lang="en-IN" sz="2800" dirty="0"/>
                  <a:t>(</a:t>
                </a:r>
                <a:r>
                  <a:rPr lang="en-US" sz="2800" i="1" dirty="0"/>
                  <a:t>x</a:t>
                </a:r>
                <a:r>
                  <a:rPr lang="en-US" sz="2800" i="1" baseline="-25000" dirty="0"/>
                  <a:t>1</a:t>
                </a:r>
                <a:r>
                  <a:rPr lang="en-US" sz="2800" i="1" dirty="0"/>
                  <a:t>, x</a:t>
                </a:r>
                <a:r>
                  <a:rPr lang="en-US" sz="2800" i="1" baseline="-25000" dirty="0"/>
                  <a:t>2</a:t>
                </a:r>
                <a:r>
                  <a:rPr lang="en-US" sz="2800" i="1" dirty="0"/>
                  <a:t>, x</a:t>
                </a:r>
                <a:r>
                  <a:rPr lang="en-US" sz="2800" i="1" baseline="-25000" dirty="0"/>
                  <a:t>3</a:t>
                </a:r>
                <a:r>
                  <a:rPr lang="en-US" sz="2800" i="1" dirty="0"/>
                  <a:t>,…, </a:t>
                </a:r>
                <a:r>
                  <a:rPr lang="en-US" sz="2800" i="1" dirty="0" err="1"/>
                  <a:t>x</a:t>
                </a:r>
                <a:r>
                  <a:rPr lang="en-US" sz="2800" i="1" baseline="-25000" dirty="0" err="1"/>
                  <a:t>n</a:t>
                </a:r>
                <a:r>
                  <a:rPr lang="en-US" sz="2800" dirty="0"/>
                  <a:t>) where, </a:t>
                </a:r>
                <a14:m>
                  <m:oMath xmlns:m="http://schemas.openxmlformats.org/officeDocument/2006/math">
                    <m:r>
                      <a:rPr lang="en-IN" sz="280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 b="0" i="0" baseline="-2500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sz="2800" dirty="0"/>
                  <a:t> and </a:t>
                </a:r>
                <a14:m>
                  <m:oMath xmlns:m="http://schemas.openxmlformats.org/officeDocument/2006/math">
                    <m:r>
                      <a:rPr lang="en-IN" sz="2800">
                        <a:latin typeface="Cambria Math" panose="02040503050406030204" pitchFamily="18" charset="0"/>
                      </a:rPr>
                      <m:t>1≤</m:t>
                    </m:r>
                    <m:r>
                      <m:rPr>
                        <m:sty m:val="p"/>
                      </m:rPr>
                      <a:rPr lang="en-IN" sz="2800"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b="0" i="1" baseline="-2500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is color of node </a:t>
                </a:r>
                <a:r>
                  <a:rPr lang="en-US" sz="2800" i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</a:t>
                </a:r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.</a:t>
                </a:r>
              </a:p>
              <a:p>
                <a:endParaRPr 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endParaRPr lang="en-US" sz="2800" dirty="0">
                  <a:solidFill>
                    <a:schemeClr val="accent1"/>
                  </a:solidFill>
                </a:endParaRPr>
              </a:p>
              <a:p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7B900A2-6D2F-4375-A1AF-C85A1C7F76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415" y="1353312"/>
                <a:ext cx="10728370" cy="5239763"/>
              </a:xfrm>
              <a:blipFill>
                <a:blip r:embed="rId2"/>
                <a:stretch>
                  <a:fillRect l="-511" t="-2209" r="-6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311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sz="3100" b="0" dirty="0"/>
              <a:t>Graph </a:t>
            </a:r>
            <a:r>
              <a:rPr lang="en-IN" sz="3100" b="0" dirty="0" err="1"/>
              <a:t>Coloring</a:t>
            </a:r>
            <a:r>
              <a:rPr lang="en-IN" sz="3100" b="0" dirty="0"/>
              <a:t> Example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241F83-8007-4908-BE2B-905BC3B09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1522" y="1914292"/>
            <a:ext cx="2448267" cy="1667108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059111-536D-4DC7-9CAE-A5CF32B12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774" y="1390603"/>
            <a:ext cx="2487787" cy="2267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FEDD92-3328-4E09-B26A-EEE913BD9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415" y="4524560"/>
            <a:ext cx="4334480" cy="17052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038180-2768-423F-B780-10515FED2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6452" y="3933927"/>
            <a:ext cx="4763165" cy="28864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39ABD1A-99E8-4597-80FB-FC8862065D29}"/>
              </a:ext>
            </a:extLst>
          </p:cNvPr>
          <p:cNvSpPr txBox="1"/>
          <p:nvPr/>
        </p:nvSpPr>
        <p:spPr>
          <a:xfrm>
            <a:off x="455305" y="1311082"/>
            <a:ext cx="4439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Example 1: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05DC12-7FC8-4FF7-BCFF-8B72D783F0A1}"/>
              </a:ext>
            </a:extLst>
          </p:cNvPr>
          <p:cNvSpPr txBox="1"/>
          <p:nvPr/>
        </p:nvSpPr>
        <p:spPr>
          <a:xfrm>
            <a:off x="514245" y="3864489"/>
            <a:ext cx="4439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State Space Tree:</a:t>
            </a:r>
          </a:p>
        </p:txBody>
      </p:sp>
    </p:spTree>
    <p:extLst>
      <p:ext uri="{BB962C8B-B14F-4D97-AF65-F5344CB8AC3E}">
        <p14:creationId xmlns:p14="http://schemas.microsoft.com/office/powerpoint/2010/main" val="21316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sz="3100" b="0" dirty="0"/>
              <a:t>Graph </a:t>
            </a:r>
            <a:r>
              <a:rPr lang="en-IN" sz="3100" b="0" dirty="0" err="1"/>
              <a:t>Coloring</a:t>
            </a:r>
            <a:r>
              <a:rPr lang="en-IN" sz="3100" b="0" dirty="0"/>
              <a:t> Example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B6E315-2AD1-43FD-9B17-923207125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603" y="1247492"/>
            <a:ext cx="7418384" cy="5172228"/>
          </a:xfrm>
          <a:prstGeom prst="rect">
            <a:avLst/>
          </a:prstGeom>
        </p:spPr>
      </p:pic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6E785640-8B38-4000-AEA1-6058EFA8C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73109" y="4944289"/>
            <a:ext cx="2448267" cy="1667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571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sz="3100" b="0" dirty="0"/>
              <a:t>Graph </a:t>
            </a:r>
            <a:r>
              <a:rPr lang="en-IN" sz="3100" b="0" dirty="0" err="1"/>
              <a:t>Coloring</a:t>
            </a:r>
            <a:r>
              <a:rPr lang="en-IN" sz="3100" b="0" dirty="0"/>
              <a:t> Example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AA2BC-9B2B-4F79-9020-A60CFE43A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179" y="1391349"/>
            <a:ext cx="6992326" cy="498227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1F13C2-0118-458C-BD84-C1127EE8A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84554" y="4849221"/>
            <a:ext cx="2448267" cy="1667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440257-0673-A511-17D2-5A6048C8F7F4}"/>
                  </a:ext>
                </a:extLst>
              </p:cNvPr>
              <p:cNvSpPr txBox="1"/>
              <p:nvPr/>
            </p:nvSpPr>
            <p:spPr>
              <a:xfrm>
                <a:off x="4640065" y="5890976"/>
                <a:ext cx="2261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I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440257-0673-A511-17D2-5A6048C8F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065" y="5890976"/>
                <a:ext cx="2261419" cy="369332"/>
              </a:xfrm>
              <a:prstGeom prst="rect">
                <a:avLst/>
              </a:prstGeom>
              <a:blipFill>
                <a:blip r:embed="rId4"/>
                <a:stretch>
                  <a:fillRect b="-180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46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sz="3100" b="0" dirty="0"/>
              <a:t>Graph </a:t>
            </a:r>
            <a:r>
              <a:rPr lang="en-IN" sz="3100" b="0" dirty="0" err="1"/>
              <a:t>Coloring</a:t>
            </a:r>
            <a:r>
              <a:rPr lang="en-IN" sz="3100" b="0" dirty="0"/>
              <a:t> Example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75FDD2-8005-4397-BDA9-D852142FC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761" y="1385602"/>
            <a:ext cx="6735412" cy="469073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591A4D-AA52-4F2C-8274-DBE350630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62980" y="4893466"/>
            <a:ext cx="2448267" cy="1667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95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sz="3100" b="0" dirty="0"/>
              <a:t>Graph </a:t>
            </a:r>
            <a:r>
              <a:rPr lang="en-IN" sz="3100" b="0" dirty="0" err="1"/>
              <a:t>Coloring</a:t>
            </a:r>
            <a:r>
              <a:rPr lang="en-IN" sz="3100" b="0" dirty="0"/>
              <a:t> Example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55510" y="2715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C413C-D22E-47EB-B52F-3455269E0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932" y="2735566"/>
            <a:ext cx="3441746" cy="24650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1CE76F-3C06-4A96-84F1-46A82DF59316}"/>
              </a:ext>
            </a:extLst>
          </p:cNvPr>
          <p:cNvSpPr txBox="1"/>
          <p:nvPr/>
        </p:nvSpPr>
        <p:spPr>
          <a:xfrm>
            <a:off x="958645" y="1607574"/>
            <a:ext cx="4439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Example 2: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A3F6CD-E602-4F6E-97B2-DDD8B1F17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092" y="2223240"/>
            <a:ext cx="3940624" cy="32350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E85DFD72-5276-4E46-8F91-3CCB28DF8482}"/>
              </a:ext>
            </a:extLst>
          </p:cNvPr>
          <p:cNvSpPr/>
          <p:nvPr/>
        </p:nvSpPr>
        <p:spPr>
          <a:xfrm>
            <a:off x="5707626" y="3775587"/>
            <a:ext cx="707922" cy="571434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0AED1-DEF2-4359-8028-51DF1AFC5C21}"/>
              </a:ext>
            </a:extLst>
          </p:cNvPr>
          <p:cNvSpPr txBox="1"/>
          <p:nvPr/>
        </p:nvSpPr>
        <p:spPr>
          <a:xfrm>
            <a:off x="2713703" y="5678129"/>
            <a:ext cx="1194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BAFB0-E5AA-4F6C-BA05-9BA0F3205FAB}"/>
              </a:ext>
            </a:extLst>
          </p:cNvPr>
          <p:cNvSpPr txBox="1"/>
          <p:nvPr/>
        </p:nvSpPr>
        <p:spPr>
          <a:xfrm>
            <a:off x="8146025" y="5845116"/>
            <a:ext cx="1661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Planer Graph</a:t>
            </a:r>
          </a:p>
        </p:txBody>
      </p:sp>
    </p:spTree>
    <p:extLst>
      <p:ext uri="{BB962C8B-B14F-4D97-AF65-F5344CB8AC3E}">
        <p14:creationId xmlns:p14="http://schemas.microsoft.com/office/powerpoint/2010/main" val="338025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484381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Backtracking : </a:t>
            </a:r>
            <a:r>
              <a:rPr lang="en-IN" sz="3100" b="0" dirty="0"/>
              <a:t>Graph </a:t>
            </a:r>
            <a:r>
              <a:rPr lang="en-IN" sz="3100" b="0" dirty="0" err="1"/>
              <a:t>Coloring</a:t>
            </a:r>
            <a:r>
              <a:rPr lang="en-IN" sz="3100" b="0" dirty="0"/>
              <a:t> Algorithm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150F4F-FB2F-4404-B554-0B8006251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96" y="1576107"/>
            <a:ext cx="4852328" cy="46427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BF54E6-E666-49AA-BA67-A7D7DCDC8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432075"/>
            <a:ext cx="4493342" cy="4786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7313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b="0" dirty="0"/>
              <a:t>Introduction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10728370" cy="5371953"/>
          </a:xfrm>
        </p:spPr>
        <p:txBody>
          <a:bodyPr>
            <a:norm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Branch</a:t>
            </a:r>
            <a:r>
              <a:rPr lang="en-US" sz="2400" dirty="0">
                <a:highlight>
                  <a:srgbClr val="FFFF00"/>
                </a:highlight>
              </a:rPr>
              <a:t>: using State Space Tree (Similar to Backtracking)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Bound</a:t>
            </a:r>
            <a:r>
              <a:rPr lang="en-US" sz="2400" dirty="0">
                <a:highlight>
                  <a:srgbClr val="FFFF00"/>
                </a:highlight>
              </a:rPr>
              <a:t>: using Upper and Lower bounds</a:t>
            </a:r>
          </a:p>
          <a:p>
            <a:r>
              <a:rPr lang="en-US" sz="2400" dirty="0"/>
              <a:t>Branch and Bound differs from backtracking in the sense that all the children of the E-Node are generated before any other live node becomes the E-Node.</a:t>
            </a:r>
          </a:p>
          <a:p>
            <a:r>
              <a:rPr lang="en-US" sz="2400" dirty="0"/>
              <a:t>Branch and Bound is the generalization of both graph search strategies, BFS and DFS.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The state space tree of the branch and bound method can be constructed using following three strategies:</a:t>
            </a:r>
          </a:p>
          <a:p>
            <a:pPr lvl="1"/>
            <a:r>
              <a:rPr lang="en-US" sz="2400" dirty="0">
                <a:highlight>
                  <a:srgbClr val="FFFF00"/>
                </a:highlight>
              </a:rPr>
              <a:t>FIFO (First In First Out) search (</a:t>
            </a:r>
            <a:r>
              <a:rPr lang="en-US" sz="2000" dirty="0">
                <a:highlight>
                  <a:srgbClr val="FFFF00"/>
                </a:highlight>
              </a:rPr>
              <a:t>Implemented using QUEUE</a:t>
            </a:r>
            <a:r>
              <a:rPr lang="en-US" sz="2400" dirty="0">
                <a:highlight>
                  <a:srgbClr val="FFFF00"/>
                </a:highlight>
              </a:rPr>
              <a:t>)</a:t>
            </a:r>
          </a:p>
          <a:p>
            <a:pPr lvl="1"/>
            <a:r>
              <a:rPr lang="en-US" sz="2400" dirty="0">
                <a:highlight>
                  <a:srgbClr val="FFFF00"/>
                </a:highlight>
              </a:rPr>
              <a:t>LIFO (Last In First Out) search (</a:t>
            </a:r>
            <a:r>
              <a:rPr lang="en-US" sz="2000" dirty="0">
                <a:highlight>
                  <a:srgbClr val="FFFF00"/>
                </a:highlight>
              </a:rPr>
              <a:t>Implemented using STACK</a:t>
            </a:r>
            <a:r>
              <a:rPr lang="en-US" sz="2400" dirty="0">
                <a:highlight>
                  <a:srgbClr val="FFFF00"/>
                </a:highlight>
              </a:rPr>
              <a:t>)</a:t>
            </a:r>
          </a:p>
          <a:p>
            <a:pPr lvl="1"/>
            <a:r>
              <a:rPr lang="en-US" sz="2400" dirty="0">
                <a:highlight>
                  <a:srgbClr val="FFFF00"/>
                </a:highlight>
              </a:rPr>
              <a:t>LC (Least Cost) search </a:t>
            </a:r>
            <a:r>
              <a:rPr lang="en-US" sz="2000" dirty="0">
                <a:highlight>
                  <a:srgbClr val="FFFF00"/>
                </a:highlight>
              </a:rPr>
              <a:t>(Implemented using PRIORITY QUEUE)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  </a:t>
            </a:r>
            <a:endParaRPr lang="en-US" dirty="0">
              <a:highlight>
                <a:srgbClr val="FFFF00"/>
              </a:highlight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1227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b="0" dirty="0"/>
              <a:t>Introduction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10728370" cy="5371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FIFO (First In First Out) Branch and Bound </a:t>
            </a:r>
          </a:p>
          <a:p>
            <a:r>
              <a:rPr lang="en-US" sz="2800" dirty="0"/>
              <a:t>In FIFO search, queue data structure is used. </a:t>
            </a:r>
          </a:p>
          <a:p>
            <a:r>
              <a:rPr lang="en-US" sz="2800" dirty="0"/>
              <a:t>Initially node 1 is taken as the E-node. </a:t>
            </a:r>
          </a:p>
          <a:p>
            <a:r>
              <a:rPr lang="en-US" sz="2800" dirty="0"/>
              <a:t>The child nodes of node 1 are generated. All these live nodes are placed in a queue. </a:t>
            </a:r>
          </a:p>
          <a:p>
            <a:r>
              <a:rPr lang="en-US" sz="2800" dirty="0"/>
              <a:t>Next the first element in the queue is deleted, i.e. node 2, the child nodes of node 2 are generated and placed in the queue. </a:t>
            </a:r>
          </a:p>
          <a:p>
            <a:r>
              <a:rPr lang="en-US" sz="2800" dirty="0"/>
              <a:t>This continues until the answer node is found. </a:t>
            </a:r>
            <a:endParaRPr lang="en-IN" sz="2800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458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FIFO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10728370" cy="53719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LIFO (Last In First Out) Branch and Bound</a:t>
            </a:r>
          </a:p>
          <a:p>
            <a:pPr marL="0" indent="0">
              <a:buNone/>
            </a:pPr>
            <a:r>
              <a:rPr lang="en-US" sz="2400" dirty="0"/>
              <a:t>Example: Job sequencing with deadlines problem </a:t>
            </a:r>
          </a:p>
          <a:p>
            <a:r>
              <a:rPr lang="en-US" sz="2400" dirty="0"/>
              <a:t>Jobs = {J1, J2, J3, J4}; P = {10, 5, 8, 3}; d = {1, 2, 1, 2} </a:t>
            </a:r>
          </a:p>
          <a:p>
            <a:r>
              <a:rPr lang="en-US" sz="2400" dirty="0"/>
              <a:t>Node 1 is the E-node. Child nodes of node 1 are generated and placed in the queue.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First element in the queue is deleted, </a:t>
            </a:r>
            <a:r>
              <a:rPr lang="en-US" sz="2400" dirty="0" err="1"/>
              <a:t>ie</a:t>
            </a:r>
            <a:r>
              <a:rPr lang="en-US" sz="2400" dirty="0"/>
              <a:t>., 2 is deleted and its child nodes are generated.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Similarly, the next element is deleted, </a:t>
            </a:r>
            <a:r>
              <a:rPr lang="en-US" sz="2400" dirty="0" err="1"/>
              <a:t>ie</a:t>
            </a:r>
            <a:r>
              <a:rPr lang="en-US" sz="2400" dirty="0"/>
              <a:t>., 3 and its child nodes are generated and placed in the queue. This is continued until an answer node is reached.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46432FE3-791E-E87A-2AFC-2BF57DAC7E49}"/>
              </a:ext>
            </a:extLst>
          </p:cNvPr>
          <p:cNvGraphicFramePr>
            <a:graphicFrameLocks noGrp="1"/>
          </p:cNvGraphicFramePr>
          <p:nvPr/>
        </p:nvGraphicFramePr>
        <p:xfrm>
          <a:off x="2577690" y="3276600"/>
          <a:ext cx="5578170" cy="689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634">
                  <a:extLst>
                    <a:ext uri="{9D8B030D-6E8A-4147-A177-3AD203B41FA5}">
                      <a16:colId xmlns:a16="http://schemas.microsoft.com/office/drawing/2014/main" val="2469234731"/>
                    </a:ext>
                  </a:extLst>
                </a:gridCol>
                <a:gridCol w="1115634">
                  <a:extLst>
                    <a:ext uri="{9D8B030D-6E8A-4147-A177-3AD203B41FA5}">
                      <a16:colId xmlns:a16="http://schemas.microsoft.com/office/drawing/2014/main" val="2703711025"/>
                    </a:ext>
                  </a:extLst>
                </a:gridCol>
                <a:gridCol w="1115634">
                  <a:extLst>
                    <a:ext uri="{9D8B030D-6E8A-4147-A177-3AD203B41FA5}">
                      <a16:colId xmlns:a16="http://schemas.microsoft.com/office/drawing/2014/main" val="257500733"/>
                    </a:ext>
                  </a:extLst>
                </a:gridCol>
                <a:gridCol w="1115634">
                  <a:extLst>
                    <a:ext uri="{9D8B030D-6E8A-4147-A177-3AD203B41FA5}">
                      <a16:colId xmlns:a16="http://schemas.microsoft.com/office/drawing/2014/main" val="648644033"/>
                    </a:ext>
                  </a:extLst>
                </a:gridCol>
                <a:gridCol w="1115634">
                  <a:extLst>
                    <a:ext uri="{9D8B030D-6E8A-4147-A177-3AD203B41FA5}">
                      <a16:colId xmlns:a16="http://schemas.microsoft.com/office/drawing/2014/main" val="3271809264"/>
                    </a:ext>
                  </a:extLst>
                </a:gridCol>
              </a:tblGrid>
              <a:tr h="68932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39897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81B11F58-6284-E95B-8222-CFABAE01A456}"/>
              </a:ext>
            </a:extLst>
          </p:cNvPr>
          <p:cNvGraphicFramePr>
            <a:graphicFrameLocks noGrp="1"/>
          </p:cNvGraphicFramePr>
          <p:nvPr/>
        </p:nvGraphicFramePr>
        <p:xfrm>
          <a:off x="2577690" y="4731241"/>
          <a:ext cx="5578167" cy="799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6881">
                  <a:extLst>
                    <a:ext uri="{9D8B030D-6E8A-4147-A177-3AD203B41FA5}">
                      <a16:colId xmlns:a16="http://schemas.microsoft.com/office/drawing/2014/main" val="2469234731"/>
                    </a:ext>
                  </a:extLst>
                </a:gridCol>
                <a:gridCol w="796881">
                  <a:extLst>
                    <a:ext uri="{9D8B030D-6E8A-4147-A177-3AD203B41FA5}">
                      <a16:colId xmlns:a16="http://schemas.microsoft.com/office/drawing/2014/main" val="2355325049"/>
                    </a:ext>
                  </a:extLst>
                </a:gridCol>
                <a:gridCol w="796881">
                  <a:extLst>
                    <a:ext uri="{9D8B030D-6E8A-4147-A177-3AD203B41FA5}">
                      <a16:colId xmlns:a16="http://schemas.microsoft.com/office/drawing/2014/main" val="3271809264"/>
                    </a:ext>
                  </a:extLst>
                </a:gridCol>
                <a:gridCol w="796881">
                  <a:extLst>
                    <a:ext uri="{9D8B030D-6E8A-4147-A177-3AD203B41FA5}">
                      <a16:colId xmlns:a16="http://schemas.microsoft.com/office/drawing/2014/main" val="3150069317"/>
                    </a:ext>
                  </a:extLst>
                </a:gridCol>
                <a:gridCol w="796881">
                  <a:extLst>
                    <a:ext uri="{9D8B030D-6E8A-4147-A177-3AD203B41FA5}">
                      <a16:colId xmlns:a16="http://schemas.microsoft.com/office/drawing/2014/main" val="2079914610"/>
                    </a:ext>
                  </a:extLst>
                </a:gridCol>
                <a:gridCol w="796881">
                  <a:extLst>
                    <a:ext uri="{9D8B030D-6E8A-4147-A177-3AD203B41FA5}">
                      <a16:colId xmlns:a16="http://schemas.microsoft.com/office/drawing/2014/main" val="282870243"/>
                    </a:ext>
                  </a:extLst>
                </a:gridCol>
                <a:gridCol w="796881">
                  <a:extLst>
                    <a:ext uri="{9D8B030D-6E8A-4147-A177-3AD203B41FA5}">
                      <a16:colId xmlns:a16="http://schemas.microsoft.com/office/drawing/2014/main" val="3422206197"/>
                    </a:ext>
                  </a:extLst>
                </a:gridCol>
              </a:tblGrid>
              <a:tr h="79940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39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720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FIFO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4504551" cy="537195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highlight>
                  <a:srgbClr val="FFFF00"/>
                </a:highlight>
              </a:rPr>
              <a:t>FIFO (First In First Out) Branch and Bound 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</a:rPr>
              <a:t>Example: Job sequencing with deadlines problem </a:t>
            </a:r>
          </a:p>
          <a:p>
            <a:r>
              <a:rPr lang="en-US" sz="2400" dirty="0">
                <a:highlight>
                  <a:srgbClr val="FFFF00"/>
                </a:highlight>
              </a:rPr>
              <a:t>Jobs = {J1, J2, J3, J4}; P = {10, 5, 8, 3}; d = {1, 2, 1, 2} </a:t>
            </a:r>
          </a:p>
          <a:p>
            <a:r>
              <a:rPr lang="en-US" sz="2400" dirty="0">
                <a:highlight>
                  <a:srgbClr val="FFFF00"/>
                </a:highlight>
              </a:rPr>
              <a:t>Node 1 is the E-node. Child nodes of node 1 are generated and placed in the queue. 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First element in the queue is deleted, </a:t>
            </a:r>
            <a:r>
              <a:rPr lang="en-US" sz="2400" dirty="0" err="1">
                <a:highlight>
                  <a:srgbClr val="FFFF00"/>
                </a:highlight>
              </a:rPr>
              <a:t>ie</a:t>
            </a:r>
            <a:r>
              <a:rPr lang="en-US" sz="2400" dirty="0">
                <a:highlight>
                  <a:srgbClr val="FFFF00"/>
                </a:highlight>
              </a:rPr>
              <a:t>., 2 is deleted and its child nodes are generated. 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Similarly, the next element is deleted, </a:t>
            </a:r>
            <a:r>
              <a:rPr lang="en-US" sz="2400" dirty="0" err="1">
                <a:highlight>
                  <a:srgbClr val="FFFF00"/>
                </a:highlight>
              </a:rPr>
              <a:t>ie</a:t>
            </a:r>
            <a:r>
              <a:rPr lang="en-US" sz="2400" dirty="0">
                <a:highlight>
                  <a:srgbClr val="FFFF00"/>
                </a:highlight>
              </a:rPr>
              <a:t>., 3 and its child nodes are generated and placed in the queue. This is continued until an answer node is reached.</a:t>
            </a:r>
            <a:endParaRPr lang="en-IN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46432FE3-791E-E87A-2AFC-2BF57DAC7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595391"/>
              </p:ext>
            </p:extLst>
          </p:nvPr>
        </p:nvGraphicFramePr>
        <p:xfrm>
          <a:off x="1234081" y="3429000"/>
          <a:ext cx="3219933" cy="5124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529">
                  <a:extLst>
                    <a:ext uri="{9D8B030D-6E8A-4147-A177-3AD203B41FA5}">
                      <a16:colId xmlns:a16="http://schemas.microsoft.com/office/drawing/2014/main" val="2469234731"/>
                    </a:ext>
                  </a:extLst>
                </a:gridCol>
                <a:gridCol w="690529">
                  <a:extLst>
                    <a:ext uri="{9D8B030D-6E8A-4147-A177-3AD203B41FA5}">
                      <a16:colId xmlns:a16="http://schemas.microsoft.com/office/drawing/2014/main" val="2703711025"/>
                    </a:ext>
                  </a:extLst>
                </a:gridCol>
                <a:gridCol w="690529">
                  <a:extLst>
                    <a:ext uri="{9D8B030D-6E8A-4147-A177-3AD203B41FA5}">
                      <a16:colId xmlns:a16="http://schemas.microsoft.com/office/drawing/2014/main" val="257500733"/>
                    </a:ext>
                  </a:extLst>
                </a:gridCol>
                <a:gridCol w="690529">
                  <a:extLst>
                    <a:ext uri="{9D8B030D-6E8A-4147-A177-3AD203B41FA5}">
                      <a16:colId xmlns:a16="http://schemas.microsoft.com/office/drawing/2014/main" val="648644033"/>
                    </a:ext>
                  </a:extLst>
                </a:gridCol>
                <a:gridCol w="457817">
                  <a:extLst>
                    <a:ext uri="{9D8B030D-6E8A-4147-A177-3AD203B41FA5}">
                      <a16:colId xmlns:a16="http://schemas.microsoft.com/office/drawing/2014/main" val="3271809264"/>
                    </a:ext>
                  </a:extLst>
                </a:gridCol>
              </a:tblGrid>
              <a:tr h="51244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39897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81B11F58-6284-E95B-8222-CFABAE01A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556807"/>
              </p:ext>
            </p:extLst>
          </p:nvPr>
        </p:nvGraphicFramePr>
        <p:xfrm>
          <a:off x="1234081" y="4726276"/>
          <a:ext cx="3719877" cy="5124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1411">
                  <a:extLst>
                    <a:ext uri="{9D8B030D-6E8A-4147-A177-3AD203B41FA5}">
                      <a16:colId xmlns:a16="http://schemas.microsoft.com/office/drawing/2014/main" val="2469234731"/>
                    </a:ext>
                  </a:extLst>
                </a:gridCol>
                <a:gridCol w="531411">
                  <a:extLst>
                    <a:ext uri="{9D8B030D-6E8A-4147-A177-3AD203B41FA5}">
                      <a16:colId xmlns:a16="http://schemas.microsoft.com/office/drawing/2014/main" val="2355325049"/>
                    </a:ext>
                  </a:extLst>
                </a:gridCol>
                <a:gridCol w="531411">
                  <a:extLst>
                    <a:ext uri="{9D8B030D-6E8A-4147-A177-3AD203B41FA5}">
                      <a16:colId xmlns:a16="http://schemas.microsoft.com/office/drawing/2014/main" val="3271809264"/>
                    </a:ext>
                  </a:extLst>
                </a:gridCol>
                <a:gridCol w="531411">
                  <a:extLst>
                    <a:ext uri="{9D8B030D-6E8A-4147-A177-3AD203B41FA5}">
                      <a16:colId xmlns:a16="http://schemas.microsoft.com/office/drawing/2014/main" val="3150069317"/>
                    </a:ext>
                  </a:extLst>
                </a:gridCol>
                <a:gridCol w="531411">
                  <a:extLst>
                    <a:ext uri="{9D8B030D-6E8A-4147-A177-3AD203B41FA5}">
                      <a16:colId xmlns:a16="http://schemas.microsoft.com/office/drawing/2014/main" val="2079914610"/>
                    </a:ext>
                  </a:extLst>
                </a:gridCol>
                <a:gridCol w="531411">
                  <a:extLst>
                    <a:ext uri="{9D8B030D-6E8A-4147-A177-3AD203B41FA5}">
                      <a16:colId xmlns:a16="http://schemas.microsoft.com/office/drawing/2014/main" val="282870243"/>
                    </a:ext>
                  </a:extLst>
                </a:gridCol>
                <a:gridCol w="531411">
                  <a:extLst>
                    <a:ext uri="{9D8B030D-6E8A-4147-A177-3AD203B41FA5}">
                      <a16:colId xmlns:a16="http://schemas.microsoft.com/office/drawing/2014/main" val="3422206197"/>
                    </a:ext>
                  </a:extLst>
                </a:gridCol>
              </a:tblGrid>
              <a:tr h="51244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3989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3D2E96F-5A47-659A-A7E0-1BBF647F5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208" y="1079769"/>
            <a:ext cx="5715798" cy="52109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0332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LIFO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10728370" cy="5371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LIFO (Last In First Out) Branch and Bound </a:t>
            </a:r>
          </a:p>
          <a:p>
            <a:r>
              <a:rPr lang="en-US" sz="2800" dirty="0"/>
              <a:t>In LIFO search, stack data structure is used. </a:t>
            </a:r>
          </a:p>
          <a:p>
            <a:r>
              <a:rPr lang="en-US" sz="2800" dirty="0"/>
              <a:t>Initially node 1 is taken as the E-node. </a:t>
            </a:r>
          </a:p>
          <a:p>
            <a:r>
              <a:rPr lang="en-US" sz="2800" dirty="0"/>
              <a:t>The child nodes of node 1 are generated. All these live nodes are placed in a stack. </a:t>
            </a:r>
          </a:p>
          <a:p>
            <a:r>
              <a:rPr lang="en-US" sz="2800" dirty="0"/>
              <a:t>Next the first element in the stack is deleted, i.e. node 5, the child nodes of node 5 are generated and placed in the stack. </a:t>
            </a:r>
          </a:p>
          <a:p>
            <a:r>
              <a:rPr lang="en-US" sz="2800" dirty="0"/>
              <a:t>This continues until the answer node is found. </a:t>
            </a:r>
            <a:endParaRPr lang="en-IN" sz="2800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064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LIFO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7247751" cy="53719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LIFO (Last In First Out) Branch and Bound </a:t>
            </a:r>
          </a:p>
          <a:p>
            <a:pPr marL="0" indent="0">
              <a:buNone/>
            </a:pPr>
            <a:r>
              <a:rPr lang="en-US" sz="2400" dirty="0"/>
              <a:t>Example: Job sequencing with deadlines problem </a:t>
            </a:r>
          </a:p>
          <a:p>
            <a:r>
              <a:rPr lang="en-US" sz="2400" dirty="0"/>
              <a:t>Jobs = {J1, J2, J3, J4}; P = {10, 5, 8, 3}; d = {1, 2, 1, 2} </a:t>
            </a:r>
          </a:p>
          <a:p>
            <a:r>
              <a:rPr lang="en-US" sz="2400" dirty="0"/>
              <a:t>Node 1 is the E-node. Child nodes of node 1 are generated and placed in the stack.</a:t>
            </a:r>
          </a:p>
          <a:p>
            <a:r>
              <a:rPr lang="en-US" sz="2400" dirty="0"/>
              <a:t>First element in the stack is deleted, i.e., 5 is deleted and its child nodes are generated.</a:t>
            </a:r>
          </a:p>
          <a:p>
            <a:r>
              <a:rPr lang="en-US" sz="2400" dirty="0"/>
              <a:t>Similarly, the next element is deleted, i.e., 4 and its child nodes are generated and placed in the queue. This is continued until an answer node is reached.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B1C22568-FDC2-233B-93E8-04DDE672F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284632"/>
              </p:ext>
            </p:extLst>
          </p:nvPr>
        </p:nvGraphicFramePr>
        <p:xfrm>
          <a:off x="7963310" y="1465289"/>
          <a:ext cx="725948" cy="2377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5948">
                  <a:extLst>
                    <a:ext uri="{9D8B030D-6E8A-4147-A177-3AD203B41FA5}">
                      <a16:colId xmlns:a16="http://schemas.microsoft.com/office/drawing/2014/main" val="1359821736"/>
                    </a:ext>
                  </a:extLst>
                </a:gridCol>
              </a:tblGrid>
              <a:tr h="475499"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397865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333400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875998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56837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835296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CFA2AAC7-3D5E-3159-8168-E638A23C7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827780"/>
              </p:ext>
            </p:extLst>
          </p:nvPr>
        </p:nvGraphicFramePr>
        <p:xfrm>
          <a:off x="9234538" y="1470488"/>
          <a:ext cx="725948" cy="2377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5948">
                  <a:extLst>
                    <a:ext uri="{9D8B030D-6E8A-4147-A177-3AD203B41FA5}">
                      <a16:colId xmlns:a16="http://schemas.microsoft.com/office/drawing/2014/main" val="1359821736"/>
                    </a:ext>
                  </a:extLst>
                </a:gridCol>
              </a:tblGrid>
              <a:tr h="4754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397865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333400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875998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56837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835296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D4A8F9D9-C412-684A-F946-20C84AFE7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361445"/>
              </p:ext>
            </p:extLst>
          </p:nvPr>
        </p:nvGraphicFramePr>
        <p:xfrm>
          <a:off x="10513961" y="1470064"/>
          <a:ext cx="725948" cy="2377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5948">
                  <a:extLst>
                    <a:ext uri="{9D8B030D-6E8A-4147-A177-3AD203B41FA5}">
                      <a16:colId xmlns:a16="http://schemas.microsoft.com/office/drawing/2014/main" val="1359821736"/>
                    </a:ext>
                  </a:extLst>
                </a:gridCol>
              </a:tblGrid>
              <a:tr h="4754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397865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333400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875998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56837"/>
                  </a:ext>
                </a:extLst>
              </a:tr>
              <a:tr h="47549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835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361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LIFO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4"/>
            <a:ext cx="4877171" cy="508242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highlight>
                  <a:srgbClr val="FFFF00"/>
                </a:highlight>
              </a:rPr>
              <a:t>FIFO (First In First Out) Branch and Bound 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</a:rPr>
              <a:t>Example: Job sequencing with deadlines problem </a:t>
            </a:r>
          </a:p>
          <a:p>
            <a:r>
              <a:rPr lang="en-US" sz="2400" dirty="0">
                <a:highlight>
                  <a:srgbClr val="FFFF00"/>
                </a:highlight>
              </a:rPr>
              <a:t>Jobs = {J1, J2, J3, J4}; P = {10, 5, 8, 3}; d = {1, 2, 1, 2} </a:t>
            </a:r>
          </a:p>
          <a:p>
            <a:r>
              <a:rPr lang="en-US" sz="2400" dirty="0">
                <a:highlight>
                  <a:srgbClr val="FFFF00"/>
                </a:highlight>
              </a:rPr>
              <a:t>Node 1 is the E-node. Child nodes of node 1 are generated and placed in the stack.</a:t>
            </a:r>
          </a:p>
          <a:p>
            <a:r>
              <a:rPr lang="en-US" sz="2400" dirty="0">
                <a:highlight>
                  <a:srgbClr val="FFFF00"/>
                </a:highlight>
              </a:rPr>
              <a:t>First element in the stack is deleted, i.e., 5 is deleted and its child nodes are generated.</a:t>
            </a:r>
          </a:p>
          <a:p>
            <a:r>
              <a:rPr lang="en-US" sz="2400" dirty="0">
                <a:highlight>
                  <a:srgbClr val="FFFF00"/>
                </a:highlight>
              </a:rPr>
              <a:t>Similarly, the next element is deleted, i.e., 4 and its child nodes are generated and placed in the queue. This is continued until an answer node is reached.</a:t>
            </a:r>
            <a:endParaRPr lang="en-IN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F200F7-D957-DE64-0D4A-1E3352433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059" y="1040188"/>
            <a:ext cx="5734850" cy="5325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07710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250722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LCBB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10728370" cy="5371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LC (Least Count) Branch and Bound:</a:t>
            </a:r>
          </a:p>
          <a:p>
            <a:r>
              <a:rPr lang="en-US" sz="2800" dirty="0"/>
              <a:t>In both FIFO and LIFO Branch and Bound the selection rules for the next E-node in rigid and blind. </a:t>
            </a:r>
          </a:p>
          <a:p>
            <a:r>
              <a:rPr lang="en-US" sz="2800" dirty="0">
                <a:highlight>
                  <a:srgbClr val="FFFF00"/>
                </a:highlight>
              </a:rPr>
              <a:t>The selection rule for the next E-node does not give any preferences to a node that has a very good chance of getting the search to an answer node quickly. </a:t>
            </a:r>
          </a:p>
          <a:p>
            <a:r>
              <a:rPr lang="en-US" sz="2800" dirty="0"/>
              <a:t>In this method ranking function or cost function is used. </a:t>
            </a:r>
          </a:p>
          <a:p>
            <a:r>
              <a:rPr lang="en-US" sz="2800" dirty="0"/>
              <a:t>The child nodes of the E-node are generated, among these live nodes; a node which has minimum cost is selected. By using ranking function, the cost of each node is calculated.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230473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250722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LCBB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5468112" cy="53719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highlight>
                  <a:srgbClr val="FFFF00"/>
                </a:highlight>
              </a:rPr>
              <a:t>LC (Least Count) Branch and Bound:</a:t>
            </a:r>
          </a:p>
          <a:p>
            <a:pPr marL="0" indent="0">
              <a:buNone/>
            </a:pPr>
            <a:r>
              <a:rPr lang="en-US" sz="2800" dirty="0">
                <a:highlight>
                  <a:srgbClr val="FFFF00"/>
                </a:highlight>
              </a:rPr>
              <a:t>Example: Job sequencing with deadlines problem </a:t>
            </a:r>
          </a:p>
          <a:p>
            <a:r>
              <a:rPr lang="en-US" sz="2800" dirty="0">
                <a:highlight>
                  <a:srgbClr val="FFFF00"/>
                </a:highlight>
              </a:rPr>
              <a:t>Jobs = {J1, J2, J3, J4}; P = {10, 5, 8, 3}; d = {1, 2, 1, 2} </a:t>
            </a:r>
          </a:p>
          <a:p>
            <a:r>
              <a:rPr lang="en-US" sz="2400" dirty="0">
                <a:highlight>
                  <a:srgbClr val="FFFF00"/>
                </a:highlight>
              </a:rPr>
              <a:t>Initially we will take node 1 as E-node. Generate children of node 1, the children are 2, 3, 4, 5. By using ranking function we will calculate the cost of 2, 3, 4, 5 nodes is ĉ =25, ĉ =12, ĉ =14, ĉ =30 respectively. </a:t>
            </a:r>
          </a:p>
          <a:p>
            <a:r>
              <a:rPr lang="en-US" sz="2400" dirty="0">
                <a:highlight>
                  <a:srgbClr val="FFFF00"/>
                </a:highlight>
              </a:rPr>
              <a:t>Now we will select a node which has minimum cost i.e., node 3. For node 3, the children are 6, 7.</a:t>
            </a:r>
            <a:endParaRPr lang="en-US" sz="2800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3EF54-5ACA-4E30-9801-B0E19B425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685681"/>
            <a:ext cx="4744112" cy="3486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9396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LCBB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10728370" cy="5371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LC (Least Count) Branch and Bound:</a:t>
            </a:r>
          </a:p>
          <a:p>
            <a:r>
              <a:rPr lang="en-US" sz="2800" dirty="0"/>
              <a:t>All the live nodes are stored in a PRIORITY QUEUE or HEAP. </a:t>
            </a:r>
          </a:p>
          <a:p>
            <a:r>
              <a:rPr lang="en-US" sz="2800" dirty="0"/>
              <a:t>The live nodes are not selected according to the order in which they have been queued or stacked but according to their heuristic value.</a:t>
            </a:r>
          </a:p>
          <a:p>
            <a:r>
              <a:rPr lang="en-US" sz="2800" dirty="0">
                <a:highlight>
                  <a:srgbClr val="FFFF00"/>
                </a:highlight>
              </a:rPr>
              <a:t>The heuristic value is calculated for each live node and then the node with the highest heuristic value is chosen as the E-node.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49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0/1 Knapsack Problem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10728370" cy="5371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LC (Least Count) Branch and Bound:</a:t>
            </a:r>
          </a:p>
          <a:p>
            <a:r>
              <a:rPr lang="en-US" sz="2800" dirty="0"/>
              <a:t>The 0/1 knapsack problem is to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objective of this problem is to fill the knapsack in order to maximize the profit subject to its capacity. </a:t>
            </a:r>
          </a:p>
          <a:p>
            <a:r>
              <a:rPr lang="en-US" sz="2800" dirty="0"/>
              <a:t>But Branch &amp; Bound is used for </a:t>
            </a:r>
            <a:r>
              <a:rPr lang="en-US" sz="2800" b="1" u="sng" dirty="0">
                <a:solidFill>
                  <a:srgbClr val="FF0000"/>
                </a:solidFill>
              </a:rPr>
              <a:t>minimization problem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228F0-E75D-1F08-49F4-845A17594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04" y="2506814"/>
            <a:ext cx="7564810" cy="92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8374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0/1 Knapsack Problem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10728370" cy="5371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LC (Least Count) Branch and Bound:</a:t>
            </a:r>
          </a:p>
          <a:p>
            <a:r>
              <a:rPr lang="en-US" sz="2800" dirty="0"/>
              <a:t>This modified knapsack problem is stated as,</a:t>
            </a:r>
          </a:p>
          <a:p>
            <a:r>
              <a:rPr lang="en-US" sz="2800" dirty="0"/>
              <a:t>The 0/1 knapsack problem is the maximization problem where the value of the objective function ĉ(x) = ∑p</a:t>
            </a:r>
            <a:r>
              <a:rPr lang="en-US" sz="2800" baseline="-25000" dirty="0"/>
              <a:t>i</a:t>
            </a:r>
            <a:r>
              <a:rPr lang="en-US" sz="2800" dirty="0"/>
              <a:t> x</a:t>
            </a:r>
            <a:r>
              <a:rPr lang="en-US" sz="2800" baseline="-25000" dirty="0"/>
              <a:t>i</a:t>
            </a:r>
            <a:r>
              <a:rPr lang="en-US" sz="2800" dirty="0"/>
              <a:t> is maximized subjected to ∑ </a:t>
            </a:r>
            <a:r>
              <a:rPr lang="en-US" sz="2800" dirty="0" err="1"/>
              <a:t>w</a:t>
            </a:r>
            <a:r>
              <a:rPr lang="en-US" sz="2800" baseline="-25000" dirty="0" err="1"/>
              <a:t>i</a:t>
            </a:r>
            <a:r>
              <a:rPr lang="en-US" sz="2800" dirty="0" err="1"/>
              <a:t>x</a:t>
            </a:r>
            <a:r>
              <a:rPr lang="en-US" sz="2800" baseline="-25000" dirty="0" err="1"/>
              <a:t>i</a:t>
            </a:r>
            <a:r>
              <a:rPr lang="en-US" sz="2800" dirty="0"/>
              <a:t> ≤ M,</a:t>
            </a:r>
          </a:p>
          <a:p>
            <a:r>
              <a:rPr lang="en-US" sz="2800" dirty="0"/>
              <a:t>Now our aim is minimization, so we take the objective </a:t>
            </a:r>
            <a:r>
              <a:rPr lang="en-US" sz="2800"/>
              <a:t>function ĉ(</a:t>
            </a:r>
            <a:r>
              <a:rPr lang="en-US" sz="2800" dirty="0"/>
              <a:t>x) = − ∑pi xi subjected to ∑ </a:t>
            </a:r>
            <a:r>
              <a:rPr lang="en-US" sz="2800" dirty="0" err="1"/>
              <a:t>w</a:t>
            </a:r>
            <a:r>
              <a:rPr lang="en-US" sz="2800" baseline="-25000" dirty="0" err="1"/>
              <a:t>i</a:t>
            </a:r>
            <a:r>
              <a:rPr lang="en-US" sz="2800" dirty="0" err="1"/>
              <a:t>x</a:t>
            </a:r>
            <a:r>
              <a:rPr lang="en-US" sz="2800" baseline="-25000" dirty="0" err="1"/>
              <a:t>i</a:t>
            </a:r>
            <a:r>
              <a:rPr lang="en-US" sz="2800" dirty="0"/>
              <a:t> ≤ M in order to convert the 0/1 knapsack problem as the minimization problem where  </a:t>
            </a:r>
            <a:r>
              <a:rPr lang="pt-BR" sz="2400" dirty="0"/>
              <a:t>xi = 0 or 1, 1 ≤ i ≤ n </a:t>
            </a:r>
            <a:endParaRPr lang="en-US" sz="2800" dirty="0"/>
          </a:p>
          <a:p>
            <a:r>
              <a:rPr lang="en-US" sz="2400" dirty="0"/>
              <a:t>The two functions ĉ(x) and U(x) are defined using two algorithms Bound and </a:t>
            </a:r>
            <a:r>
              <a:rPr lang="en-US" sz="2400" dirty="0" err="1"/>
              <a:t>UBound</a:t>
            </a:r>
            <a:r>
              <a:rPr lang="en-US" sz="2400" dirty="0"/>
              <a:t> .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78310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0/1 Knapsack Problem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7B900A2-6D2F-4375-A1AF-C85A1C7F76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888" y="1161583"/>
                <a:ext cx="10728370" cy="537195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solidFill>
                      <a:schemeClr val="accent1"/>
                    </a:solidFill>
                  </a:rPr>
                  <a:t>LC (Least Count) Branch and Bound:</a:t>
                </a:r>
              </a:p>
              <a:p>
                <a:r>
                  <a:rPr lang="en-US" sz="2400" dirty="0" err="1"/>
                  <a:t>UBound</a:t>
                </a:r>
                <a:r>
                  <a:rPr lang="en-US" sz="2400" dirty="0"/>
                  <a:t> computes the weights of the list of objects placed in the knapsack as a whole and their sum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m, and the profit is correspondingly decremented from initial profit and returned. </a:t>
                </a:r>
              </a:p>
              <a:p>
                <a:r>
                  <a:rPr lang="en-US" sz="2400" dirty="0"/>
                  <a:t>Bound is similar to </a:t>
                </a:r>
                <a:r>
                  <a:rPr lang="en-US" sz="2400" dirty="0" err="1"/>
                  <a:t>UBound</a:t>
                </a:r>
                <a:r>
                  <a:rPr lang="en-US" sz="2400" dirty="0"/>
                  <a:t> but it considers fractional objects to use the entire capacity of the sack </a:t>
                </a:r>
                <a:r>
                  <a:rPr lang="en-US" sz="2400" dirty="0" err="1"/>
                  <a:t>Σw</a:t>
                </a:r>
                <a:r>
                  <a:rPr lang="en-US" sz="2400" baseline="-25000" dirty="0" err="1"/>
                  <a:t>i</a:t>
                </a:r>
                <a:r>
                  <a:rPr lang="en-US" sz="2400" dirty="0" err="1"/>
                  <a:t>x</a:t>
                </a:r>
                <a:r>
                  <a:rPr lang="en-US" sz="2400" baseline="-25000" dirty="0" err="1"/>
                  <a:t>i</a:t>
                </a:r>
                <a:r>
                  <a:rPr lang="en-US" sz="2400" dirty="0"/>
                  <a:t> = m.</a:t>
                </a:r>
                <a:endParaRPr lang="en-US" sz="2800" dirty="0"/>
              </a:p>
              <a:p>
                <a:pPr lvl="1"/>
                <a:endParaRPr lang="en-US" sz="26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7B900A2-6D2F-4375-A1AF-C85A1C7F76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888" y="1161583"/>
                <a:ext cx="10728370" cy="5371953"/>
              </a:xfrm>
              <a:blipFill>
                <a:blip r:embed="rId2"/>
                <a:stretch>
                  <a:fillRect l="-1136" t="-1589" r="-3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303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0/1 Knapsack Problem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8D672E-5E75-2CEA-1E7D-DBCD4804F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30" y="2085090"/>
            <a:ext cx="4153480" cy="3867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3BFD78-A6C1-C307-4634-5FC07830D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208" y="2085090"/>
            <a:ext cx="4991797" cy="35247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151ACF-4F5A-89AA-8C91-E929C1F4E29C}"/>
              </a:ext>
            </a:extLst>
          </p:cNvPr>
          <p:cNvSpPr txBox="1"/>
          <p:nvPr/>
        </p:nvSpPr>
        <p:spPr>
          <a:xfrm>
            <a:off x="1084330" y="1312606"/>
            <a:ext cx="4389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/>
                </a:solidFill>
              </a:rPr>
              <a:t>Algorithm:</a:t>
            </a:r>
          </a:p>
        </p:txBody>
      </p:sp>
    </p:spTree>
    <p:extLst>
      <p:ext uri="{BB962C8B-B14F-4D97-AF65-F5344CB8AC3E}">
        <p14:creationId xmlns:p14="http://schemas.microsoft.com/office/powerpoint/2010/main" val="11047513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0/1 Knapsack Problem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CD0993-699E-BCE6-4FA1-90EA529E1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52" y="1047136"/>
            <a:ext cx="909257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627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15 Puzzle Problem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445342"/>
            <a:ext cx="10728370" cy="5088194"/>
          </a:xfrm>
        </p:spPr>
        <p:txBody>
          <a:bodyPr>
            <a:normAutofit/>
          </a:bodyPr>
          <a:lstStyle/>
          <a:p>
            <a:r>
              <a:rPr lang="en-US" sz="2400" dirty="0"/>
              <a:t>The 15 Puzzle problem is invented by Sam </a:t>
            </a:r>
            <a:r>
              <a:rPr lang="en-US" sz="2400" dirty="0" err="1"/>
              <a:t>Loyd</a:t>
            </a:r>
            <a:r>
              <a:rPr lang="en-US" sz="2400" dirty="0"/>
              <a:t> in 1878. </a:t>
            </a:r>
          </a:p>
          <a:p>
            <a:r>
              <a:rPr lang="en-US" sz="2400" dirty="0"/>
              <a:t>The problem consist of 15 numbered (0-15) tiles on a square box with 16 tiles(one tile is blank or empty). </a:t>
            </a:r>
          </a:p>
          <a:p>
            <a:r>
              <a:rPr lang="en-US" sz="2400" dirty="0"/>
              <a:t>The objective of this problem is to change the arrangement of initial node to goal node by using series of legal moves.</a:t>
            </a:r>
          </a:p>
          <a:p>
            <a:r>
              <a:rPr lang="en-US" sz="2400" dirty="0"/>
              <a:t>The Initial and Goal node arrangement is shown by following figure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60E8AA-B6AB-4814-8817-789D9C469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693" y="4321278"/>
            <a:ext cx="5749803" cy="227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354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15 Puzzle Problem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10728370" cy="537195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In initial node four moves are possible. User can move any one of the tile like 2,or 3, or 5, or 6 to the empty tile. From this we have four possibilities to move from initial node.</a:t>
            </a:r>
          </a:p>
          <a:p>
            <a:r>
              <a:rPr lang="en-US" sz="2400" dirty="0"/>
              <a:t>The legal moves are for adjacent tile number is left, right, up, down, ones at a time.</a:t>
            </a:r>
          </a:p>
          <a:p>
            <a:r>
              <a:rPr lang="en-US" sz="2400" dirty="0">
                <a:highlight>
                  <a:srgbClr val="FFFF00"/>
                </a:highlight>
              </a:rPr>
              <a:t>Each and every move creates a new arrangement, and this arrangement is called state of puzzle problem.</a:t>
            </a:r>
          </a:p>
          <a:p>
            <a:r>
              <a:rPr lang="en-US" sz="2400" dirty="0"/>
              <a:t>By using different states, a state space tree diagram is created, in which edges are labeled according to the direction in which the empty space moves.</a:t>
            </a:r>
          </a:p>
          <a:p>
            <a:r>
              <a:rPr lang="en-US" sz="2400" dirty="0"/>
              <a:t>The LCBB method is the general method used to solve the 15-puzzle problem so that the goal state can be achieved in minimum number of tile movement.</a:t>
            </a:r>
          </a:p>
          <a:p>
            <a:endParaRPr lang="en-US" sz="24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4772467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15 Puzzle Problem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10728370" cy="5371953"/>
          </a:xfrm>
        </p:spPr>
        <p:txBody>
          <a:bodyPr>
            <a:norm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In state space tree, nodes are numbered as per the level. In each level we must calculate the value or cost of each node by using given formula: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FFFF00"/>
                </a:highlight>
              </a:rPr>
              <a:t>	C(x)=f(x)+g(x),</a:t>
            </a:r>
          </a:p>
          <a:p>
            <a:r>
              <a:rPr lang="en-US" sz="2400" dirty="0">
                <a:highlight>
                  <a:srgbClr val="FFFF00"/>
                </a:highlight>
              </a:rPr>
              <a:t>f(x) is length of path from root or initial node to node x,</a:t>
            </a:r>
          </a:p>
          <a:p>
            <a:r>
              <a:rPr lang="en-US" sz="2400" dirty="0">
                <a:highlight>
                  <a:srgbClr val="FFFF00"/>
                </a:highlight>
              </a:rPr>
              <a:t>g(x) is estimated length of path from x downward to the goal node. Number of non-blank tile not in their correct position.</a:t>
            </a:r>
          </a:p>
          <a:p>
            <a:r>
              <a:rPr lang="en-US" sz="2400" dirty="0">
                <a:highlight>
                  <a:srgbClr val="FFFF00"/>
                </a:highlight>
              </a:rPr>
              <a:t>C(x)&lt; Infinity.(initially set bound).</a:t>
            </a:r>
          </a:p>
          <a:p>
            <a:r>
              <a:rPr lang="en-US" sz="2400" dirty="0">
                <a:highlight>
                  <a:srgbClr val="FFFF00"/>
                </a:highlight>
              </a:rPr>
              <a:t>Each time node with smallest cost is selected for further expansion towards goal node. This node become the e-node.</a:t>
            </a:r>
            <a:endParaRPr lang="en-US" sz="2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515292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324464"/>
            <a:ext cx="9692640" cy="571434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15 Puzzle Problem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161583"/>
            <a:ext cx="10728370" cy="5371953"/>
          </a:xfrm>
        </p:spPr>
        <p:txBody>
          <a:bodyPr>
            <a:normAutofit/>
          </a:bodyPr>
          <a:lstStyle/>
          <a:p>
            <a:r>
              <a:rPr lang="en-US" sz="2400" dirty="0"/>
              <a:t>Example:</a:t>
            </a:r>
          </a:p>
          <a:p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C2E8A0-F43F-BA28-C592-ACFD7B0AE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95" y="2338621"/>
            <a:ext cx="10133555" cy="301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551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BD39B-993B-4FA9-A9D7-A49D7CFC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76" y="1394541"/>
            <a:ext cx="4108938" cy="519210"/>
          </a:xfrm>
        </p:spPr>
        <p:txBody>
          <a:bodyPr>
            <a:normAutofit fontScale="90000"/>
          </a:bodyPr>
          <a:lstStyle/>
          <a:p>
            <a:r>
              <a:rPr lang="en-IN" dirty="0"/>
              <a:t>Branch &amp; Bound : </a:t>
            </a:r>
            <a:r>
              <a:rPr lang="en-IN" sz="3600" b="0" dirty="0"/>
              <a:t>15 Puzzle Problem</a:t>
            </a:r>
            <a:endParaRPr lang="en-IN" b="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8A78FC06-52A7-4C38-9C08-09D279AB6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900A2-6D2F-4375-A1AF-C85A1C7F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15" y="1913751"/>
            <a:ext cx="10728370" cy="5371953"/>
          </a:xfrm>
        </p:spPr>
        <p:txBody>
          <a:bodyPr>
            <a:normAutofit/>
          </a:bodyPr>
          <a:lstStyle/>
          <a:p>
            <a:r>
              <a:rPr lang="en-US" sz="2400" dirty="0"/>
              <a:t>Example:</a:t>
            </a:r>
          </a:p>
          <a:p>
            <a:endParaRPr lang="en-US" sz="2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8F0311-988A-5DBC-8921-9D287B5D3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014" y="437665"/>
            <a:ext cx="7382047" cy="5982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865933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8736</TotalTime>
  <Words>3412</Words>
  <Application>Microsoft Office PowerPoint</Application>
  <PresentationFormat>Widescreen</PresentationFormat>
  <Paragraphs>458</Paragraphs>
  <Slides>49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Cambria Math</vt:lpstr>
      <vt:lpstr>Century Schoolbook</vt:lpstr>
      <vt:lpstr>Courier New</vt:lpstr>
      <vt:lpstr>Wingdings</vt:lpstr>
      <vt:lpstr>Wingdings 2</vt:lpstr>
      <vt:lpstr>View</vt:lpstr>
      <vt:lpstr>Backtracking,  Branch &amp; Bound</vt:lpstr>
      <vt:lpstr>Introduction</vt:lpstr>
      <vt:lpstr>Backtracking : Introduction</vt:lpstr>
      <vt:lpstr>Backtracking : Introduction</vt:lpstr>
      <vt:lpstr>Backtracking : Introduction</vt:lpstr>
      <vt:lpstr>Backtracking : Introduction</vt:lpstr>
      <vt:lpstr>Backtracking : N-Queen Problem</vt:lpstr>
      <vt:lpstr>Backtracking : N-Queen Problem</vt:lpstr>
      <vt:lpstr>Backtracking : N-Queen Problem</vt:lpstr>
      <vt:lpstr>Backtracking : N-Queen Problem</vt:lpstr>
      <vt:lpstr>Backtracking : N-Queen Problem</vt:lpstr>
      <vt:lpstr>Backtracking : N-Queen Problem</vt:lpstr>
      <vt:lpstr>Backtracking : N-Queen Problem</vt:lpstr>
      <vt:lpstr>Backtracking : Sum of Subsets</vt:lpstr>
      <vt:lpstr>Backtracking : Sum of Subsets</vt:lpstr>
      <vt:lpstr>Backtracking : Sum of Subsets</vt:lpstr>
      <vt:lpstr>Backtracking : Sum of Subsets</vt:lpstr>
      <vt:lpstr>Backtracking : Sum of Subsets</vt:lpstr>
      <vt:lpstr>Backtracking : Sum of Subsets</vt:lpstr>
      <vt:lpstr>Backtracking : Sum of Subsets</vt:lpstr>
      <vt:lpstr>Backtracking : Sum of Subset</vt:lpstr>
      <vt:lpstr>Backtracking : Graph Coloring</vt:lpstr>
      <vt:lpstr>Backtracking : Graph Coloring Algorithm</vt:lpstr>
      <vt:lpstr>Backtracking : Graph Coloring Example</vt:lpstr>
      <vt:lpstr>Backtracking : Graph Coloring Example</vt:lpstr>
      <vt:lpstr>Backtracking : Graph Coloring Example</vt:lpstr>
      <vt:lpstr>Backtracking : Graph Coloring Example</vt:lpstr>
      <vt:lpstr>Backtracking : Graph Coloring Example</vt:lpstr>
      <vt:lpstr>Backtracking : Graph Coloring Algorithm</vt:lpstr>
      <vt:lpstr>Branch &amp; Bound : Introduction</vt:lpstr>
      <vt:lpstr>Branch &amp; Bound : Introduction</vt:lpstr>
      <vt:lpstr>Branch &amp; Bound : FIFO</vt:lpstr>
      <vt:lpstr>Branch &amp; Bound : FIFO</vt:lpstr>
      <vt:lpstr>Branch &amp; Bound : LIFO</vt:lpstr>
      <vt:lpstr>Branch &amp; Bound : LIFO</vt:lpstr>
      <vt:lpstr>Branch &amp; Bound : LIFO</vt:lpstr>
      <vt:lpstr>Branch &amp; Bound : LCBB</vt:lpstr>
      <vt:lpstr>Branch &amp; Bound : LCBB</vt:lpstr>
      <vt:lpstr>Branch &amp; Bound : LCBB</vt:lpstr>
      <vt:lpstr>Branch &amp; Bound : 0/1 Knapsack Problem</vt:lpstr>
      <vt:lpstr>Branch &amp; Bound : 0/1 Knapsack Problem</vt:lpstr>
      <vt:lpstr>Branch &amp; Bound : 0/1 Knapsack Problem</vt:lpstr>
      <vt:lpstr>Branch &amp; Bound : 0/1 Knapsack Problem</vt:lpstr>
      <vt:lpstr>Branch &amp; Bound : 0/1 Knapsack Problem</vt:lpstr>
      <vt:lpstr>Branch &amp; Bound : 15 Puzzle Problem</vt:lpstr>
      <vt:lpstr>Branch &amp; Bound : 15 Puzzle Problem</vt:lpstr>
      <vt:lpstr>Branch &amp; Bound : 15 Puzzle Problem</vt:lpstr>
      <vt:lpstr>Branch &amp; Bound : 15 Puzzle Problem</vt:lpstr>
      <vt:lpstr>Branch &amp; Bound : 15 Puzzle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 Sonune</dc:creator>
  <cp:lastModifiedBy>Om Thanage</cp:lastModifiedBy>
  <cp:revision>23</cp:revision>
  <dcterms:created xsi:type="dcterms:W3CDTF">2022-04-19T11:50:06Z</dcterms:created>
  <dcterms:modified xsi:type="dcterms:W3CDTF">2025-05-02T06:52:49Z</dcterms:modified>
</cp:coreProperties>
</file>