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 id="2147483660" r:id="rId2"/>
  </p:sldMasterIdLst>
  <p:notesMasterIdLst>
    <p:notesMasterId r:id="rId49"/>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309" r:id="rId23"/>
    <p:sldId id="310" r:id="rId24"/>
    <p:sldId id="276" r:id="rId25"/>
    <p:sldId id="277" r:id="rId26"/>
    <p:sldId id="278" r:id="rId27"/>
    <p:sldId id="279" r:id="rId28"/>
    <p:sldId id="280" r:id="rId29"/>
    <p:sldId id="281" r:id="rId30"/>
    <p:sldId id="282" r:id="rId31"/>
    <p:sldId id="311" r:id="rId32"/>
    <p:sldId id="305" r:id="rId33"/>
    <p:sldId id="316" r:id="rId34"/>
    <p:sldId id="306" r:id="rId35"/>
    <p:sldId id="308" r:id="rId36"/>
    <p:sldId id="307" r:id="rId37"/>
    <p:sldId id="288" r:id="rId38"/>
    <p:sldId id="312" r:id="rId39"/>
    <p:sldId id="289" r:id="rId40"/>
    <p:sldId id="290" r:id="rId41"/>
    <p:sldId id="314" r:id="rId42"/>
    <p:sldId id="315" r:id="rId43"/>
    <p:sldId id="291" r:id="rId44"/>
    <p:sldId id="292" r:id="rId45"/>
    <p:sldId id="293" r:id="rId46"/>
    <p:sldId id="294" r:id="rId47"/>
    <p:sldId id="295" r:id="rId48"/>
  </p:sldIdLst>
  <p:sldSz cx="9144000" cy="6858000" type="screen4x3"/>
  <p:notesSz cx="7315200" cy="9601200"/>
  <p:embeddedFontLst>
    <p:embeddedFont>
      <p:font typeface="Helvetica Neue" panose="020B0604020202020204" charset="0"/>
      <p:regular r:id="rId50"/>
      <p:bold r:id="rId51"/>
      <p:italic r:id="rId52"/>
      <p:boldItalic r:id="rId5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7">
          <p15:clr>
            <a:srgbClr val="000000"/>
          </p15:clr>
        </p15:guide>
        <p15:guide id="2" pos="576">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4" d="100"/>
          <a:sy n="74" d="100"/>
        </p:scale>
        <p:origin x="1714" y="43"/>
      </p:cViewPr>
      <p:guideLst>
        <p:guide orient="horz" pos="697"/>
        <p:guide pos="576"/>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font" Target="fonts/font1.fntdata"/><Relationship Id="rId55"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font" Target="fonts/font4.fntdata"/><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font" Target="fonts/font2.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notesMaster" Target="notesMasters/notesMaster1.xml"/><Relationship Id="rId57" Type="http://schemas.openxmlformats.org/officeDocument/2006/relationships/tableStyles" Target="tableStyle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170237" cy="479425"/>
          </a:xfrm>
          <a:prstGeom prst="rect">
            <a:avLst/>
          </a:prstGeom>
          <a:noFill/>
          <a:ln>
            <a:noFill/>
          </a:ln>
        </p:spPr>
        <p:txBody>
          <a:bodyPr spcFirstLastPara="1" wrap="square" lIns="96650" tIns="48325" rIns="96650" bIns="48325" anchor="ctr" anchorCtr="0">
            <a:noAutofit/>
          </a:bodyPr>
          <a:lstStyle>
            <a:lvl1pPr marR="0" lvl="0"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1pPr>
            <a:lvl2pPr marR="0" lvl="1"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2pPr>
            <a:lvl3pPr marR="0" lvl="2"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3pPr>
            <a:lvl4pPr marR="0" lvl="3"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4pPr>
            <a:lvl5pPr marR="0" lvl="4"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5pPr>
            <a:lvl6pPr marR="0" lvl="5"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6pPr>
            <a:lvl7pPr marR="0" lvl="6"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7pPr>
            <a:lvl8pPr marR="0" lvl="7"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8pPr>
            <a:lvl9pPr marR="0" lvl="8"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9pPr>
          </a:lstStyle>
          <a:p>
            <a:endParaRPr/>
          </a:p>
        </p:txBody>
      </p:sp>
      <p:sp>
        <p:nvSpPr>
          <p:cNvPr id="4" name="Google Shape;4;n"/>
          <p:cNvSpPr txBox="1">
            <a:spLocks noGrp="1"/>
          </p:cNvSpPr>
          <p:nvPr>
            <p:ph type="dt" idx="10"/>
          </p:nvPr>
        </p:nvSpPr>
        <p:spPr>
          <a:xfrm>
            <a:off x="4144962" y="0"/>
            <a:ext cx="3170237" cy="479425"/>
          </a:xfrm>
          <a:prstGeom prst="rect">
            <a:avLst/>
          </a:prstGeom>
          <a:noFill/>
          <a:ln>
            <a:noFill/>
          </a:ln>
        </p:spPr>
        <p:txBody>
          <a:bodyPr spcFirstLastPara="1" wrap="square" lIns="96650" tIns="48325" rIns="96650" bIns="48325" anchor="ctr" anchorCtr="0">
            <a:noAutofit/>
          </a:bodyPr>
          <a:lstStyle>
            <a:lvl1pPr marR="0" lvl="0"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1pPr>
            <a:lvl2pPr marR="0" lvl="1"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2pPr>
            <a:lvl3pPr marR="0" lvl="2"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3pPr>
            <a:lvl4pPr marR="0" lvl="3"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4pPr>
            <a:lvl5pPr marR="0" lvl="4"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5pPr>
            <a:lvl6pPr marR="0" lvl="5"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6pPr>
            <a:lvl7pPr marR="0" lvl="6"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7pPr>
            <a:lvl8pPr marR="0" lvl="7"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8pPr>
            <a:lvl9pPr marR="0" lvl="8"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9pPr>
          </a:lstStyle>
          <a:p>
            <a:endParaRPr/>
          </a:p>
        </p:txBody>
      </p:sp>
      <p:sp>
        <p:nvSpPr>
          <p:cNvPr id="5" name="Google Shape;5;n"/>
          <p:cNvSpPr>
            <a:spLocks noGrp="1" noRot="1" noChangeAspect="1"/>
          </p:cNvSpPr>
          <p:nvPr>
            <p:ph type="sldImg" idx="3"/>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6" name="Google Shape;6;n"/>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
        <p:nvSpPr>
          <p:cNvPr id="7" name="Google Shape;7;n"/>
          <p:cNvSpPr txBox="1">
            <a:spLocks noGrp="1"/>
          </p:cNvSpPr>
          <p:nvPr>
            <p:ph type="ftr" idx="11"/>
          </p:nvPr>
        </p:nvSpPr>
        <p:spPr>
          <a:xfrm>
            <a:off x="0" y="9121775"/>
            <a:ext cx="3170237" cy="479425"/>
          </a:xfrm>
          <a:prstGeom prst="rect">
            <a:avLst/>
          </a:prstGeom>
          <a:noFill/>
          <a:ln>
            <a:noFill/>
          </a:ln>
        </p:spPr>
        <p:txBody>
          <a:bodyPr spcFirstLastPara="1" wrap="square" lIns="96650" tIns="48325" rIns="96650" bIns="48325" anchor="b" anchorCtr="0">
            <a:noAutofit/>
          </a:bodyPr>
          <a:lstStyle>
            <a:lvl1pPr marR="0" lvl="0"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1pPr>
            <a:lvl2pPr marR="0" lvl="1"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2pPr>
            <a:lvl3pPr marR="0" lvl="2"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3pPr>
            <a:lvl4pPr marR="0" lvl="3"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4pPr>
            <a:lvl5pPr marR="0" lvl="4"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5pPr>
            <a:lvl6pPr marR="0" lvl="5"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6pPr>
            <a:lvl7pPr marR="0" lvl="6"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7pPr>
            <a:lvl8pPr marR="0" lvl="7"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8pPr>
            <a:lvl9pPr marR="0" lvl="8" algn="r" rtl="0">
              <a:lnSpc>
                <a:spcPct val="100000"/>
              </a:lnSpc>
              <a:spcBef>
                <a:spcPts val="0"/>
              </a:spcBef>
              <a:spcAft>
                <a:spcPts val="0"/>
              </a:spcAft>
              <a:buSzPts val="1400"/>
              <a:buNone/>
              <a:defRPr sz="1600" b="0" i="0" u="none" strike="noStrike" cap="none">
                <a:solidFill>
                  <a:srgbClr val="000000"/>
                </a:solidFill>
                <a:latin typeface="Helvetica Neue"/>
                <a:ea typeface="Helvetica Neue"/>
                <a:cs typeface="Helvetica Neue"/>
                <a:sym typeface="Helvetica Neue"/>
              </a:defRPr>
            </a:lvl9pPr>
          </a:lstStyle>
          <a:p>
            <a:endParaRPr/>
          </a:p>
        </p:txBody>
      </p:sp>
      <p:sp>
        <p:nvSpPr>
          <p:cNvPr id="8" name="Google Shape;8;n"/>
          <p:cNvSpPr txBox="1">
            <a:spLocks noGrp="1"/>
          </p:cNvSpPr>
          <p:nvPr>
            <p:ph type="sldNum" idx="12"/>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strike="noStrike" cap="none">
                <a:solidFill>
                  <a:srgbClr val="000000"/>
                </a:solidFill>
                <a:latin typeface="Times New Roman"/>
                <a:ea typeface="Times New Roman"/>
                <a:cs typeface="Times New Roman"/>
                <a:sym typeface="Times New Roman"/>
              </a:rPr>
              <a:t>‹#›</a:t>
            </a:fld>
            <a:endParaRPr/>
          </a:p>
        </p:txBody>
      </p:sp>
    </p:spTree>
    <p:extLst>
      <p:ext uri="{BB962C8B-B14F-4D97-AF65-F5344CB8AC3E}">
        <p14:creationId xmlns:p14="http://schemas.microsoft.com/office/powerpoint/2010/main" val="3657171773"/>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p1: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strike="noStrike" cap="none">
                <a:solidFill>
                  <a:srgbClr val="000000"/>
                </a:solidFill>
                <a:latin typeface="Times New Roman"/>
                <a:ea typeface="Times New Roman"/>
                <a:cs typeface="Times New Roman"/>
                <a:sym typeface="Times New Roman"/>
              </a:rPr>
              <a:t>1</a:t>
            </a:fld>
            <a:endParaRPr/>
          </a:p>
        </p:txBody>
      </p:sp>
      <p:sp>
        <p:nvSpPr>
          <p:cNvPr id="78" name="Google Shape;78;p1: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 name="Google Shape;79;p1: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p2: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2</a:t>
            </a:fld>
            <a:endParaRPr/>
          </a:p>
        </p:txBody>
      </p:sp>
      <p:sp>
        <p:nvSpPr>
          <p:cNvPr id="84" name="Google Shape;84;p2: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 name="Google Shape;85;p2: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3: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3</a:t>
            </a:fld>
            <a:endParaRPr/>
          </a:p>
        </p:txBody>
      </p:sp>
      <p:sp>
        <p:nvSpPr>
          <p:cNvPr id="91" name="Google Shape;91;p3: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2" name="Google Shape;92;p3: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4: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4</a:t>
            </a:fld>
            <a:endParaRPr/>
          </a:p>
        </p:txBody>
      </p:sp>
      <p:sp>
        <p:nvSpPr>
          <p:cNvPr id="98" name="Google Shape;98;p4: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9" name="Google Shape;99;p4: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5: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5</a:t>
            </a:fld>
            <a:endParaRPr/>
          </a:p>
        </p:txBody>
      </p:sp>
      <p:sp>
        <p:nvSpPr>
          <p:cNvPr id="105" name="Google Shape;105;p5: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6" name="Google Shape;106;p5: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6: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6</a:t>
            </a:fld>
            <a:endParaRPr/>
          </a:p>
        </p:txBody>
      </p:sp>
      <p:sp>
        <p:nvSpPr>
          <p:cNvPr id="112" name="Google Shape;112;p6: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3" name="Google Shape;113;p6: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p7: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7</a:t>
            </a:fld>
            <a:endParaRPr/>
          </a:p>
        </p:txBody>
      </p:sp>
      <p:sp>
        <p:nvSpPr>
          <p:cNvPr id="119" name="Google Shape;119;p7: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0" name="Google Shape;120;p7: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p8: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8</a:t>
            </a:fld>
            <a:endParaRPr/>
          </a:p>
        </p:txBody>
      </p:sp>
      <p:sp>
        <p:nvSpPr>
          <p:cNvPr id="127" name="Google Shape;127;p8: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8" name="Google Shape;128;p8: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p9: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9</a:t>
            </a:fld>
            <a:endParaRPr/>
          </a:p>
        </p:txBody>
      </p:sp>
      <p:sp>
        <p:nvSpPr>
          <p:cNvPr id="134" name="Google Shape;134;p9: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5" name="Google Shape;135;p9: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p10: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10</a:t>
            </a:fld>
            <a:endParaRPr/>
          </a:p>
        </p:txBody>
      </p:sp>
      <p:sp>
        <p:nvSpPr>
          <p:cNvPr id="141" name="Google Shape;141;p10: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2" name="Google Shape;142;p10: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p11: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11</a:t>
            </a:fld>
            <a:endParaRPr/>
          </a:p>
        </p:txBody>
      </p:sp>
      <p:sp>
        <p:nvSpPr>
          <p:cNvPr id="149" name="Google Shape;149;p11: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0" name="Google Shape;150;p11: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12: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12</a:t>
            </a:fld>
            <a:endParaRPr/>
          </a:p>
        </p:txBody>
      </p:sp>
      <p:sp>
        <p:nvSpPr>
          <p:cNvPr id="156" name="Google Shape;156;p12: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7" name="Google Shape;157;p12: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p13: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13</a:t>
            </a:fld>
            <a:endParaRPr/>
          </a:p>
        </p:txBody>
      </p:sp>
      <p:sp>
        <p:nvSpPr>
          <p:cNvPr id="163" name="Google Shape;163;p13: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4" name="Google Shape;164;p13: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p14: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14</a:t>
            </a:fld>
            <a:endParaRPr/>
          </a:p>
        </p:txBody>
      </p:sp>
      <p:sp>
        <p:nvSpPr>
          <p:cNvPr id="170" name="Google Shape;170;p14: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1" name="Google Shape;171;p14: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15: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15</a:t>
            </a:fld>
            <a:endParaRPr/>
          </a:p>
        </p:txBody>
      </p:sp>
      <p:sp>
        <p:nvSpPr>
          <p:cNvPr id="178" name="Google Shape;178;p15: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9" name="Google Shape;179;p15: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16: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16</a:t>
            </a:fld>
            <a:endParaRPr/>
          </a:p>
        </p:txBody>
      </p:sp>
      <p:sp>
        <p:nvSpPr>
          <p:cNvPr id="186" name="Google Shape;186;p16: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7" name="Google Shape;187;p16: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p17: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17</a:t>
            </a:fld>
            <a:endParaRPr/>
          </a:p>
        </p:txBody>
      </p:sp>
      <p:sp>
        <p:nvSpPr>
          <p:cNvPr id="195" name="Google Shape;195;p17: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6" name="Google Shape;196;p17: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18: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18</a:t>
            </a:fld>
            <a:endParaRPr/>
          </a:p>
        </p:txBody>
      </p:sp>
      <p:sp>
        <p:nvSpPr>
          <p:cNvPr id="203" name="Google Shape;203;p18: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4" name="Google Shape;204;p18: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19: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19</a:t>
            </a:fld>
            <a:endParaRPr/>
          </a:p>
        </p:txBody>
      </p:sp>
      <p:sp>
        <p:nvSpPr>
          <p:cNvPr id="210" name="Google Shape;210;p19: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1" name="Google Shape;211;p19: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p20: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20</a:t>
            </a:fld>
            <a:endParaRPr/>
          </a:p>
        </p:txBody>
      </p:sp>
      <p:sp>
        <p:nvSpPr>
          <p:cNvPr id="217" name="Google Shape;217;p20: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8" name="Google Shape;218;p20: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p20: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21</a:t>
            </a:fld>
            <a:endParaRPr/>
          </a:p>
        </p:txBody>
      </p:sp>
      <p:sp>
        <p:nvSpPr>
          <p:cNvPr id="217" name="Google Shape;217;p20: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8" name="Google Shape;218;p20: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21: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23</a:t>
            </a:fld>
            <a:endParaRPr/>
          </a:p>
        </p:txBody>
      </p:sp>
      <p:sp>
        <p:nvSpPr>
          <p:cNvPr id="224" name="Google Shape;224;p21: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5" name="Google Shape;225;p21: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22: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24</a:t>
            </a:fld>
            <a:endParaRPr/>
          </a:p>
        </p:txBody>
      </p:sp>
      <p:sp>
        <p:nvSpPr>
          <p:cNvPr id="235" name="Google Shape;235;p22: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6" name="Google Shape;236;p22: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23: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25</a:t>
            </a:fld>
            <a:endParaRPr/>
          </a:p>
        </p:txBody>
      </p:sp>
      <p:sp>
        <p:nvSpPr>
          <p:cNvPr id="243" name="Google Shape;243;p23: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4" name="Google Shape;244;p23: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4:notes"/>
          <p:cNvSpPr txBox="1">
            <a:spLocks noGrp="1"/>
          </p:cNvSpPr>
          <p:nvPr>
            <p:ph type="body" idx="1"/>
          </p:nvPr>
        </p:nvSpPr>
        <p:spPr>
          <a:xfrm>
            <a:off x="974725" y="4560887"/>
            <a:ext cx="5365750" cy="4319587"/>
          </a:xfrm>
          <a:prstGeom prst="rect">
            <a:avLst/>
          </a:prstGeom>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
        <p:nvSpPr>
          <p:cNvPr id="250" name="Google Shape;250;p24: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5: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27</a:t>
            </a:fld>
            <a:endParaRPr/>
          </a:p>
        </p:txBody>
      </p:sp>
      <p:sp>
        <p:nvSpPr>
          <p:cNvPr id="256" name="Google Shape;256;p25: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7" name="Google Shape;257;p25: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p26: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28</a:t>
            </a:fld>
            <a:endParaRPr/>
          </a:p>
        </p:txBody>
      </p:sp>
      <p:sp>
        <p:nvSpPr>
          <p:cNvPr id="268" name="Google Shape;268;p26: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9" name="Google Shape;269;p26: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27: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29</a:t>
            </a:fld>
            <a:endParaRPr/>
          </a:p>
        </p:txBody>
      </p:sp>
      <p:sp>
        <p:nvSpPr>
          <p:cNvPr id="275" name="Google Shape;275;p27: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6" name="Google Shape;276;p27: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p29: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32</a:t>
            </a:fld>
            <a:endParaRPr/>
          </a:p>
        </p:txBody>
      </p:sp>
      <p:sp>
        <p:nvSpPr>
          <p:cNvPr id="291" name="Google Shape;291;p29: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2" name="Google Shape;292;p29: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p33: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36</a:t>
            </a:fld>
            <a:endParaRPr/>
          </a:p>
        </p:txBody>
      </p:sp>
      <p:sp>
        <p:nvSpPr>
          <p:cNvPr id="343" name="Google Shape;343;p33: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4" name="Google Shape;344;p33: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p34: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38</a:t>
            </a:fld>
            <a:endParaRPr/>
          </a:p>
        </p:txBody>
      </p:sp>
      <p:sp>
        <p:nvSpPr>
          <p:cNvPr id="352" name="Google Shape;352;p34: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3" name="Google Shape;353;p34: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p35: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39</a:t>
            </a:fld>
            <a:endParaRPr/>
          </a:p>
        </p:txBody>
      </p:sp>
      <p:sp>
        <p:nvSpPr>
          <p:cNvPr id="360" name="Google Shape;360;p35: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1" name="Google Shape;361;p35: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p35: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40</a:t>
            </a:fld>
            <a:endParaRPr/>
          </a:p>
        </p:txBody>
      </p:sp>
      <p:sp>
        <p:nvSpPr>
          <p:cNvPr id="360" name="Google Shape;360;p35: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1" name="Google Shape;361;p35: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p36: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42</a:t>
            </a:fld>
            <a:endParaRPr/>
          </a:p>
        </p:txBody>
      </p:sp>
      <p:sp>
        <p:nvSpPr>
          <p:cNvPr id="367" name="Google Shape;367;p36: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8" name="Google Shape;368;p36: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p37: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43</a:t>
            </a:fld>
            <a:endParaRPr/>
          </a:p>
        </p:txBody>
      </p:sp>
      <p:sp>
        <p:nvSpPr>
          <p:cNvPr id="374" name="Google Shape;374;p37: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5" name="Google Shape;375;p37: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
        <p:cNvGrpSpPr/>
        <p:nvPr/>
      </p:nvGrpSpPr>
      <p:grpSpPr>
        <a:xfrm>
          <a:off x="0" y="0"/>
          <a:ext cx="0" cy="0"/>
          <a:chOff x="0" y="0"/>
          <a:chExt cx="0" cy="0"/>
        </a:xfrm>
      </p:grpSpPr>
      <p:sp>
        <p:nvSpPr>
          <p:cNvPr id="380" name="Google Shape;380;p38: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44</a:t>
            </a:fld>
            <a:endParaRPr/>
          </a:p>
        </p:txBody>
      </p:sp>
      <p:sp>
        <p:nvSpPr>
          <p:cNvPr id="381" name="Google Shape;381;p38: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2" name="Google Shape;382;p38: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p39: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45</a:t>
            </a:fld>
            <a:endParaRPr/>
          </a:p>
        </p:txBody>
      </p:sp>
      <p:sp>
        <p:nvSpPr>
          <p:cNvPr id="388" name="Google Shape;388;p39: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9" name="Google Shape;389;p39: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4"/>
        <p:cNvGrpSpPr/>
        <p:nvPr/>
      </p:nvGrpSpPr>
      <p:grpSpPr>
        <a:xfrm>
          <a:off x="0" y="0"/>
          <a:ext cx="0" cy="0"/>
          <a:chOff x="0" y="0"/>
          <a:chExt cx="0" cy="0"/>
        </a:xfrm>
      </p:grpSpPr>
      <p:sp>
        <p:nvSpPr>
          <p:cNvPr id="395" name="Google Shape;395;p40:notes"/>
          <p:cNvSpPr txBox="1"/>
          <p:nvPr/>
        </p:nvSpPr>
        <p:spPr>
          <a:xfrm>
            <a:off x="4144962" y="9121775"/>
            <a:ext cx="3170237" cy="479425"/>
          </a:xfrm>
          <a:prstGeom prst="rect">
            <a:avLst/>
          </a:prstGeom>
          <a:noFill/>
          <a:ln>
            <a:noFill/>
          </a:ln>
        </p:spPr>
        <p:txBody>
          <a:bodyPr spcFirstLastPara="1" wrap="square" lIns="96650" tIns="48325" rIns="96650" bIns="48325" anchor="b" anchorCtr="0">
            <a:noAutofit/>
          </a:bodyPr>
          <a:lstStyle/>
          <a:p>
            <a:pPr marL="0" marR="0" lvl="0" indent="0" algn="r" rtl="0">
              <a:lnSpc>
                <a:spcPct val="100000"/>
              </a:lnSpc>
              <a:spcBef>
                <a:spcPts val="0"/>
              </a:spcBef>
              <a:spcAft>
                <a:spcPts val="0"/>
              </a:spcAft>
              <a:buClr>
                <a:srgbClr val="000000"/>
              </a:buClr>
              <a:buSzPts val="1300"/>
              <a:buFont typeface="Times New Roman"/>
              <a:buNone/>
            </a:pPr>
            <a:fld id="{00000000-1234-1234-1234-123412341234}" type="slidenum">
              <a:rPr lang="en-US" sz="1300" b="0" i="0" u="none">
                <a:solidFill>
                  <a:srgbClr val="000000"/>
                </a:solidFill>
                <a:latin typeface="Times New Roman"/>
                <a:ea typeface="Times New Roman"/>
                <a:cs typeface="Times New Roman"/>
                <a:sym typeface="Times New Roman"/>
              </a:rPr>
              <a:t>46</a:t>
            </a:fld>
            <a:endParaRPr/>
          </a:p>
        </p:txBody>
      </p:sp>
      <p:sp>
        <p:nvSpPr>
          <p:cNvPr id="396" name="Google Shape;396;p40: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7" name="Google Shape;397;p40:notes"/>
          <p:cNvSpPr txBox="1">
            <a:spLocks noGrp="1"/>
          </p:cNvSpPr>
          <p:nvPr>
            <p:ph type="body" idx="1"/>
          </p:nvPr>
        </p:nvSpPr>
        <p:spPr>
          <a:xfrm>
            <a:off x="974725" y="4560887"/>
            <a:ext cx="5365750" cy="4319587"/>
          </a:xfrm>
          <a:prstGeom prst="rect">
            <a:avLst/>
          </a:prstGeom>
          <a:noFill/>
          <a:ln>
            <a:noFill/>
          </a:ln>
        </p:spPr>
        <p:txBody>
          <a:bodyPr spcFirstLastPara="1" wrap="square" lIns="96650" tIns="48325" rIns="96650" bIns="48325" anchor="ctr"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8"/>
        <p:cNvGrpSpPr/>
        <p:nvPr/>
      </p:nvGrpSpPr>
      <p:grpSpPr>
        <a:xfrm>
          <a:off x="0" y="0"/>
          <a:ext cx="0" cy="0"/>
          <a:chOff x="0" y="0"/>
          <a:chExt cx="0" cy="0"/>
        </a:xfrm>
      </p:grpSpPr>
      <p:sp>
        <p:nvSpPr>
          <p:cNvPr id="19" name="Google Shape;19;p2"/>
          <p:cNvSpPr txBox="1">
            <a:spLocks noGrp="1"/>
          </p:cNvSpPr>
          <p:nvPr>
            <p:ph type="ctrTitle"/>
          </p:nvPr>
        </p:nvSpPr>
        <p:spPr>
          <a:xfrm>
            <a:off x="685800" y="2286000"/>
            <a:ext cx="7772400" cy="1143000"/>
          </a:xfrm>
          <a:prstGeom prst="rect">
            <a:avLst/>
          </a:prstGeom>
          <a:noFill/>
          <a:ln>
            <a:noFill/>
          </a:ln>
        </p:spPr>
        <p:txBody>
          <a:bodyPr spcFirstLastPara="1" wrap="square" lIns="91425" tIns="45700" rIns="91425" bIns="45700" anchor="b"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20" name="Google Shape;20;p2"/>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Autofit/>
          </a:bodyPr>
          <a:lstStyle>
            <a:lvl1pPr lvl="0" algn="ctr">
              <a:spcBef>
                <a:spcPts val="630"/>
              </a:spcBef>
              <a:spcAft>
                <a:spcPts val="0"/>
              </a:spcAft>
              <a:buSzPts val="1620"/>
              <a:buFont typeface="Arial"/>
              <a:buNone/>
              <a:defRPr/>
            </a:lvl1pPr>
            <a:lvl2pPr lvl="1" algn="l">
              <a:spcBef>
                <a:spcPts val="630"/>
              </a:spcBef>
              <a:spcAft>
                <a:spcPts val="0"/>
              </a:spcAft>
              <a:buSzPts val="1440"/>
              <a:buChar char="●"/>
              <a:defRPr/>
            </a:lvl2pPr>
            <a:lvl3pPr lvl="2" algn="l">
              <a:spcBef>
                <a:spcPts val="630"/>
              </a:spcBef>
              <a:spcAft>
                <a:spcPts val="0"/>
              </a:spcAft>
              <a:buSzPts val="1350"/>
              <a:buChar char="4"/>
              <a:defRPr/>
            </a:lvl3pPr>
            <a:lvl4pPr lvl="3" algn="l">
              <a:spcBef>
                <a:spcPts val="630"/>
              </a:spcBef>
              <a:spcAft>
                <a:spcPts val="0"/>
              </a:spcAft>
              <a:buSzPts val="1800"/>
              <a:buChar char="–"/>
              <a:defRPr/>
            </a:lvl4pPr>
            <a:lvl5pPr lvl="4" algn="l">
              <a:spcBef>
                <a:spcPts val="630"/>
              </a:spcBef>
              <a:spcAft>
                <a:spcPts val="0"/>
              </a:spcAft>
              <a:buSzPts val="1350"/>
              <a:buChar char="»"/>
              <a:defRPr/>
            </a:lvl5pPr>
            <a:lvl6pPr lvl="5" algn="l">
              <a:spcBef>
                <a:spcPts val="630"/>
              </a:spcBef>
              <a:spcAft>
                <a:spcPts val="0"/>
              </a:spcAft>
              <a:buSzPts val="1350"/>
              <a:buChar char="»"/>
              <a:defRPr/>
            </a:lvl6pPr>
            <a:lvl7pPr lvl="6" algn="l">
              <a:spcBef>
                <a:spcPts val="630"/>
              </a:spcBef>
              <a:spcAft>
                <a:spcPts val="0"/>
              </a:spcAft>
              <a:buSzPts val="1350"/>
              <a:buChar char="»"/>
              <a:defRPr/>
            </a:lvl7pPr>
            <a:lvl8pPr lvl="7" algn="l">
              <a:spcBef>
                <a:spcPts val="630"/>
              </a:spcBef>
              <a:spcAft>
                <a:spcPts val="0"/>
              </a:spcAft>
              <a:buSzPts val="1350"/>
              <a:buChar char="»"/>
              <a:defRPr/>
            </a:lvl8pPr>
            <a:lvl9pPr lvl="8" algn="l">
              <a:spcBef>
                <a:spcPts val="630"/>
              </a:spcBef>
              <a:spcAft>
                <a:spcPts val="0"/>
              </a:spcAft>
              <a:buSzPts val="1350"/>
              <a:buChar char="»"/>
              <a:defRPr/>
            </a:lvl9pPr>
          </a:lstStyle>
          <a:p>
            <a:endParaRPr/>
          </a:p>
        </p:txBody>
      </p:sp>
      <p:sp>
        <p:nvSpPr>
          <p:cNvPr id="21" name="Google Shape;21;p2"/>
          <p:cNvSpPr txBox="1">
            <a:spLocks noGrp="1"/>
          </p:cNvSpPr>
          <p:nvPr>
            <p:ph type="ftr" idx="11"/>
          </p:nvPr>
        </p:nvSpPr>
        <p:spPr>
          <a:xfrm>
            <a:off x="2862262" y="5780087"/>
            <a:ext cx="3448050" cy="457200"/>
          </a:xfrm>
          <a:prstGeom prst="rect">
            <a:avLst/>
          </a:prstGeom>
          <a:noFill/>
          <a:ln>
            <a:noFill/>
          </a:ln>
        </p:spPr>
        <p:txBody>
          <a:bodyPr spcFirstLastPara="1" wrap="square" lIns="91425" tIns="45700" rIns="91425" bIns="45700" anchor="t" anchorCtr="0">
            <a:noAutofit/>
          </a:bodyPr>
          <a:lstStyle>
            <a:lvl1pPr lvl="0" algn="r">
              <a:lnSpc>
                <a:spcPct val="100000"/>
              </a:lnSpc>
              <a:spcBef>
                <a:spcPts val="0"/>
              </a:spcBef>
              <a:spcAft>
                <a:spcPts val="0"/>
              </a:spcAft>
              <a:buSzPts val="1400"/>
              <a:buNone/>
              <a:defRPr/>
            </a:lvl1pPr>
            <a:lvl2pPr lvl="1" algn="r">
              <a:lnSpc>
                <a:spcPct val="100000"/>
              </a:lnSpc>
              <a:spcBef>
                <a:spcPts val="0"/>
              </a:spcBef>
              <a:spcAft>
                <a:spcPts val="0"/>
              </a:spcAft>
              <a:buSzPts val="1400"/>
              <a:buNone/>
              <a:defRPr/>
            </a:lvl2pPr>
            <a:lvl3pPr lvl="2" algn="r">
              <a:lnSpc>
                <a:spcPct val="100000"/>
              </a:lnSpc>
              <a:spcBef>
                <a:spcPts val="0"/>
              </a:spcBef>
              <a:spcAft>
                <a:spcPts val="0"/>
              </a:spcAft>
              <a:buSzPts val="1400"/>
              <a:buNone/>
              <a:defRPr/>
            </a:lvl3pPr>
            <a:lvl4pPr lvl="3" algn="r">
              <a:lnSpc>
                <a:spcPct val="100000"/>
              </a:lnSpc>
              <a:spcBef>
                <a:spcPts val="0"/>
              </a:spcBef>
              <a:spcAft>
                <a:spcPts val="0"/>
              </a:spcAft>
              <a:buSzPts val="1400"/>
              <a:buNone/>
              <a:defRPr/>
            </a:lvl4pPr>
            <a:lvl5pPr lvl="4" algn="r">
              <a:lnSpc>
                <a:spcPct val="100000"/>
              </a:lnSpc>
              <a:spcBef>
                <a:spcPts val="0"/>
              </a:spcBef>
              <a:spcAft>
                <a:spcPts val="0"/>
              </a:spcAft>
              <a:buSzPts val="1400"/>
              <a:buNone/>
              <a:defRPr/>
            </a:lvl5pPr>
            <a:lvl6pPr lvl="5" algn="r">
              <a:lnSpc>
                <a:spcPct val="100000"/>
              </a:lnSpc>
              <a:spcBef>
                <a:spcPts val="0"/>
              </a:spcBef>
              <a:spcAft>
                <a:spcPts val="0"/>
              </a:spcAft>
              <a:buSzPts val="1400"/>
              <a:buNone/>
              <a:defRPr/>
            </a:lvl6pPr>
            <a:lvl7pPr lvl="6" algn="r">
              <a:lnSpc>
                <a:spcPct val="100000"/>
              </a:lnSpc>
              <a:spcBef>
                <a:spcPts val="0"/>
              </a:spcBef>
              <a:spcAft>
                <a:spcPts val="0"/>
              </a:spcAft>
              <a:buSzPts val="1400"/>
              <a:buNone/>
              <a:defRPr/>
            </a:lvl7pPr>
            <a:lvl8pPr lvl="7" algn="r">
              <a:lnSpc>
                <a:spcPct val="100000"/>
              </a:lnSpc>
              <a:spcBef>
                <a:spcPts val="0"/>
              </a:spcBef>
              <a:spcAft>
                <a:spcPts val="0"/>
              </a:spcAft>
              <a:buSzPts val="1400"/>
              <a:buNone/>
              <a:defRPr/>
            </a:lvl8pPr>
            <a:lvl9pPr lvl="8" algn="r">
              <a:lnSpc>
                <a:spcPct val="100000"/>
              </a:lnSpc>
              <a:spcBef>
                <a:spcPts val="0"/>
              </a:spcBef>
              <a:spcAft>
                <a:spcPts val="0"/>
              </a:spcAft>
              <a:buSzPts val="1400"/>
              <a:buNone/>
              <a:defRPr/>
            </a:lvl9pPr>
          </a:lstStyle>
          <a:p>
            <a:endParaRPr/>
          </a:p>
        </p:txBody>
      </p:sp>
      <p:sp>
        <p:nvSpPr>
          <p:cNvPr id="22" name="Google Shape;22;p2"/>
          <p:cNvSpPr txBox="1">
            <a:spLocks noGrp="1"/>
          </p:cNvSpPr>
          <p:nvPr>
            <p:ph type="sldNum" idx="12"/>
          </p:nvPr>
        </p:nvSpPr>
        <p:spPr>
          <a:xfrm>
            <a:off x="6596062" y="6218237"/>
            <a:ext cx="1905000" cy="457200"/>
          </a:xfrm>
          <a:prstGeom prst="rect">
            <a:avLst/>
          </a:prstGeom>
          <a:noFill/>
          <a:ln>
            <a:noFill/>
          </a:ln>
        </p:spPr>
        <p:txBody>
          <a:bodyPr spcFirstLastPara="1" wrap="square" lIns="91425" tIns="45700" rIns="91425" bIns="45700" anchor="t" anchorCtr="0">
            <a:noAutofit/>
          </a:bodyPr>
          <a:lstStyle>
            <a:lvl1pPr marL="0" marR="0" lvl="0" indent="0" algn="r">
              <a:lnSpc>
                <a:spcPct val="100000"/>
              </a:lnSpc>
              <a:spcBef>
                <a:spcPts val="0"/>
              </a:spcBef>
              <a:spcAft>
                <a:spcPts val="0"/>
              </a:spcAft>
              <a:buClr>
                <a:srgbClr val="578963"/>
              </a:buClr>
              <a:buSzPts val="1400"/>
              <a:buFont typeface="Times New Roman"/>
              <a:buNone/>
              <a:defRPr sz="1400" b="0" i="0" u="none" strike="noStrike" cap="none">
                <a:solidFill>
                  <a:srgbClr val="578963"/>
                </a:solidFill>
                <a:latin typeface="Times New Roman"/>
                <a:ea typeface="Times New Roman"/>
                <a:cs typeface="Times New Roman"/>
                <a:sym typeface="Times New Roman"/>
              </a:defRPr>
            </a:lvl1pPr>
            <a:lvl2pPr marL="0" marR="0" lvl="1" indent="0" algn="r">
              <a:lnSpc>
                <a:spcPct val="100000"/>
              </a:lnSpc>
              <a:spcBef>
                <a:spcPts val="0"/>
              </a:spcBef>
              <a:spcAft>
                <a:spcPts val="0"/>
              </a:spcAft>
              <a:buClr>
                <a:srgbClr val="578963"/>
              </a:buClr>
              <a:buSzPts val="1400"/>
              <a:buFont typeface="Times New Roman"/>
              <a:buNone/>
              <a:defRPr sz="1400" b="0" i="0" u="none" strike="noStrike" cap="none">
                <a:solidFill>
                  <a:srgbClr val="578963"/>
                </a:solidFill>
                <a:latin typeface="Times New Roman"/>
                <a:ea typeface="Times New Roman"/>
                <a:cs typeface="Times New Roman"/>
                <a:sym typeface="Times New Roman"/>
              </a:defRPr>
            </a:lvl2pPr>
            <a:lvl3pPr marL="0" marR="0" lvl="2" indent="0" algn="r">
              <a:lnSpc>
                <a:spcPct val="100000"/>
              </a:lnSpc>
              <a:spcBef>
                <a:spcPts val="0"/>
              </a:spcBef>
              <a:spcAft>
                <a:spcPts val="0"/>
              </a:spcAft>
              <a:buClr>
                <a:srgbClr val="578963"/>
              </a:buClr>
              <a:buSzPts val="1400"/>
              <a:buFont typeface="Times New Roman"/>
              <a:buNone/>
              <a:defRPr sz="1400" b="0" i="0" u="none" strike="noStrike" cap="none">
                <a:solidFill>
                  <a:srgbClr val="578963"/>
                </a:solidFill>
                <a:latin typeface="Times New Roman"/>
                <a:ea typeface="Times New Roman"/>
                <a:cs typeface="Times New Roman"/>
                <a:sym typeface="Times New Roman"/>
              </a:defRPr>
            </a:lvl3pPr>
            <a:lvl4pPr marL="0" marR="0" lvl="3" indent="0" algn="r">
              <a:lnSpc>
                <a:spcPct val="100000"/>
              </a:lnSpc>
              <a:spcBef>
                <a:spcPts val="0"/>
              </a:spcBef>
              <a:spcAft>
                <a:spcPts val="0"/>
              </a:spcAft>
              <a:buClr>
                <a:srgbClr val="578963"/>
              </a:buClr>
              <a:buSzPts val="1400"/>
              <a:buFont typeface="Times New Roman"/>
              <a:buNone/>
              <a:defRPr sz="1400" b="0" i="0" u="none" strike="noStrike" cap="none">
                <a:solidFill>
                  <a:srgbClr val="578963"/>
                </a:solidFill>
                <a:latin typeface="Times New Roman"/>
                <a:ea typeface="Times New Roman"/>
                <a:cs typeface="Times New Roman"/>
                <a:sym typeface="Times New Roman"/>
              </a:defRPr>
            </a:lvl4pPr>
            <a:lvl5pPr marL="0" marR="0" lvl="4" indent="0" algn="r">
              <a:lnSpc>
                <a:spcPct val="100000"/>
              </a:lnSpc>
              <a:spcBef>
                <a:spcPts val="0"/>
              </a:spcBef>
              <a:spcAft>
                <a:spcPts val="0"/>
              </a:spcAft>
              <a:buClr>
                <a:srgbClr val="578963"/>
              </a:buClr>
              <a:buSzPts val="1400"/>
              <a:buFont typeface="Times New Roman"/>
              <a:buNone/>
              <a:defRPr sz="1400" b="0" i="0" u="none" strike="noStrike" cap="none">
                <a:solidFill>
                  <a:srgbClr val="578963"/>
                </a:solidFill>
                <a:latin typeface="Times New Roman"/>
                <a:ea typeface="Times New Roman"/>
                <a:cs typeface="Times New Roman"/>
                <a:sym typeface="Times New Roman"/>
              </a:defRPr>
            </a:lvl5pPr>
            <a:lvl6pPr marL="0" marR="0" lvl="5" indent="0" algn="r">
              <a:lnSpc>
                <a:spcPct val="100000"/>
              </a:lnSpc>
              <a:spcBef>
                <a:spcPts val="0"/>
              </a:spcBef>
              <a:spcAft>
                <a:spcPts val="0"/>
              </a:spcAft>
              <a:buClr>
                <a:srgbClr val="578963"/>
              </a:buClr>
              <a:buSzPts val="1400"/>
              <a:buFont typeface="Times New Roman"/>
              <a:buNone/>
              <a:defRPr sz="1400" b="0" i="0" u="none" strike="noStrike" cap="none">
                <a:solidFill>
                  <a:srgbClr val="578963"/>
                </a:solidFill>
                <a:latin typeface="Times New Roman"/>
                <a:ea typeface="Times New Roman"/>
                <a:cs typeface="Times New Roman"/>
                <a:sym typeface="Times New Roman"/>
              </a:defRPr>
            </a:lvl6pPr>
            <a:lvl7pPr marL="0" marR="0" lvl="6" indent="0" algn="r">
              <a:lnSpc>
                <a:spcPct val="100000"/>
              </a:lnSpc>
              <a:spcBef>
                <a:spcPts val="0"/>
              </a:spcBef>
              <a:spcAft>
                <a:spcPts val="0"/>
              </a:spcAft>
              <a:buClr>
                <a:srgbClr val="578963"/>
              </a:buClr>
              <a:buSzPts val="1400"/>
              <a:buFont typeface="Times New Roman"/>
              <a:buNone/>
              <a:defRPr sz="1400" b="0" i="0" u="none" strike="noStrike" cap="none">
                <a:solidFill>
                  <a:srgbClr val="578963"/>
                </a:solidFill>
                <a:latin typeface="Times New Roman"/>
                <a:ea typeface="Times New Roman"/>
                <a:cs typeface="Times New Roman"/>
                <a:sym typeface="Times New Roman"/>
              </a:defRPr>
            </a:lvl7pPr>
            <a:lvl8pPr marL="0" marR="0" lvl="7" indent="0" algn="r">
              <a:lnSpc>
                <a:spcPct val="100000"/>
              </a:lnSpc>
              <a:spcBef>
                <a:spcPts val="0"/>
              </a:spcBef>
              <a:spcAft>
                <a:spcPts val="0"/>
              </a:spcAft>
              <a:buClr>
                <a:srgbClr val="578963"/>
              </a:buClr>
              <a:buSzPts val="1400"/>
              <a:buFont typeface="Times New Roman"/>
              <a:buNone/>
              <a:defRPr sz="1400" b="0" i="0" u="none" strike="noStrike" cap="none">
                <a:solidFill>
                  <a:srgbClr val="578963"/>
                </a:solidFill>
                <a:latin typeface="Times New Roman"/>
                <a:ea typeface="Times New Roman"/>
                <a:cs typeface="Times New Roman"/>
                <a:sym typeface="Times New Roman"/>
              </a:defRPr>
            </a:lvl8pPr>
            <a:lvl9pPr marL="0" marR="0" lvl="8" indent="0" algn="r">
              <a:lnSpc>
                <a:spcPct val="100000"/>
              </a:lnSpc>
              <a:spcBef>
                <a:spcPts val="0"/>
              </a:spcBef>
              <a:spcAft>
                <a:spcPts val="0"/>
              </a:spcAft>
              <a:buClr>
                <a:srgbClr val="578963"/>
              </a:buClr>
              <a:buSzPts val="1400"/>
              <a:buFont typeface="Times New Roman"/>
              <a:buNone/>
              <a:defRPr sz="1400" b="0" i="0" u="none" strike="noStrike" cap="none">
                <a:solidFill>
                  <a:srgbClr val="578963"/>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33"/>
        <p:cNvGrpSpPr/>
        <p:nvPr/>
      </p:nvGrpSpPr>
      <p:grpSpPr>
        <a:xfrm>
          <a:off x="0" y="0"/>
          <a:ext cx="0" cy="0"/>
          <a:chOff x="0" y="0"/>
          <a:chExt cx="0" cy="0"/>
        </a:xfrm>
      </p:grpSpPr>
      <p:sp>
        <p:nvSpPr>
          <p:cNvPr id="34" name="Google Shape;34;p4"/>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35" name="Google Shape;35;p4"/>
          <p:cNvSpPr txBox="1">
            <a:spLocks noGrp="1"/>
          </p:cNvSpPr>
          <p:nvPr>
            <p:ph type="body" idx="1"/>
          </p:nvPr>
        </p:nvSpPr>
        <p:spPr>
          <a:xfrm>
            <a:off x="914400" y="1106487"/>
            <a:ext cx="7661275" cy="4903787"/>
          </a:xfrm>
          <a:prstGeom prst="rect">
            <a:avLst/>
          </a:prstGeom>
          <a:noFill/>
          <a:ln>
            <a:noFill/>
          </a:ln>
        </p:spPr>
        <p:txBody>
          <a:bodyPr spcFirstLastPara="1" wrap="square" lIns="91425" tIns="45700" rIns="91425" bIns="45700" anchor="t" anchorCtr="0">
            <a:noAutofit/>
          </a:bodyPr>
          <a:lstStyle>
            <a:lvl1pPr marL="457200" lvl="0" indent="-331470" algn="l">
              <a:spcBef>
                <a:spcPts val="630"/>
              </a:spcBef>
              <a:spcAft>
                <a:spcPts val="0"/>
              </a:spcAft>
              <a:buSzPts val="1620"/>
              <a:buChar char="●"/>
              <a:defRPr/>
            </a:lvl1pPr>
            <a:lvl2pPr marL="914400" lvl="1" indent="-320040" algn="l">
              <a:spcBef>
                <a:spcPts val="630"/>
              </a:spcBef>
              <a:spcAft>
                <a:spcPts val="0"/>
              </a:spcAft>
              <a:buSzPts val="1440"/>
              <a:buChar char="●"/>
              <a:defRPr/>
            </a:lvl2pPr>
            <a:lvl3pPr marL="1371600" lvl="2" indent="-314325" algn="l">
              <a:spcBef>
                <a:spcPts val="630"/>
              </a:spcBef>
              <a:spcAft>
                <a:spcPts val="0"/>
              </a:spcAft>
              <a:buSzPts val="1350"/>
              <a:buChar char="4"/>
              <a:defRPr/>
            </a:lvl3pPr>
            <a:lvl4pPr marL="1828800" lvl="3" indent="-342900" algn="l">
              <a:spcBef>
                <a:spcPts val="630"/>
              </a:spcBef>
              <a:spcAft>
                <a:spcPts val="0"/>
              </a:spcAft>
              <a:buSzPts val="1800"/>
              <a:buChar char="–"/>
              <a:defRPr/>
            </a:lvl4pPr>
            <a:lvl5pPr marL="2286000" lvl="4" indent="-314325" algn="l">
              <a:spcBef>
                <a:spcPts val="630"/>
              </a:spcBef>
              <a:spcAft>
                <a:spcPts val="0"/>
              </a:spcAft>
              <a:buSzPts val="1350"/>
              <a:buChar char="»"/>
              <a:defRPr/>
            </a:lvl5pPr>
            <a:lvl6pPr marL="2743200" lvl="5" indent="-314325" algn="l">
              <a:spcBef>
                <a:spcPts val="630"/>
              </a:spcBef>
              <a:spcAft>
                <a:spcPts val="0"/>
              </a:spcAft>
              <a:buSzPts val="1350"/>
              <a:buChar char="»"/>
              <a:defRPr/>
            </a:lvl6pPr>
            <a:lvl7pPr marL="3200400" lvl="6" indent="-314325" algn="l">
              <a:spcBef>
                <a:spcPts val="630"/>
              </a:spcBef>
              <a:spcAft>
                <a:spcPts val="0"/>
              </a:spcAft>
              <a:buSzPts val="1350"/>
              <a:buChar char="»"/>
              <a:defRPr/>
            </a:lvl7pPr>
            <a:lvl8pPr marL="3657600" lvl="7" indent="-314325" algn="l">
              <a:spcBef>
                <a:spcPts val="630"/>
              </a:spcBef>
              <a:spcAft>
                <a:spcPts val="0"/>
              </a:spcAft>
              <a:buSzPts val="1350"/>
              <a:buChar char="»"/>
              <a:defRPr/>
            </a:lvl8pPr>
            <a:lvl9pPr marL="4114800" lvl="8" indent="-314325" algn="l">
              <a:spcBef>
                <a:spcPts val="630"/>
              </a:spcBef>
              <a:spcAft>
                <a:spcPts val="0"/>
              </a:spcAft>
              <a:buSzPts val="1350"/>
              <a:buChar char="»"/>
              <a:defRPr/>
            </a:lvl9pPr>
          </a:lstStyle>
          <a:p>
            <a:endParaRPr/>
          </a:p>
        </p:txBody>
      </p:sp>
      <p:sp>
        <p:nvSpPr>
          <p:cNvPr id="36" name="Google Shape;36;p4"/>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1pPr>
            <a:lvl2pPr marL="0" marR="0" lvl="1"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2pPr>
            <a:lvl3pPr marL="0" marR="0" lvl="2"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3pPr>
            <a:lvl4pPr marL="0" marR="0" lvl="3"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4pPr>
            <a:lvl5pPr marL="0" marR="0" lvl="4"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5pPr>
            <a:lvl6pPr marL="0" marR="0" lvl="5"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6pPr>
            <a:lvl7pPr marL="0" marR="0" lvl="6"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7pPr>
            <a:lvl8pPr marL="0" marR="0" lvl="7"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8pPr>
            <a:lvl9pPr marL="0" marR="0" lvl="8"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44"/>
        <p:cNvGrpSpPr/>
        <p:nvPr/>
      </p:nvGrpSpPr>
      <p:grpSpPr>
        <a:xfrm>
          <a:off x="0" y="0"/>
          <a:ext cx="0" cy="0"/>
          <a:chOff x="0" y="0"/>
          <a:chExt cx="0" cy="0"/>
        </a:xfrm>
      </p:grpSpPr>
      <p:sp>
        <p:nvSpPr>
          <p:cNvPr id="45" name="Google Shape;45;p7"/>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46" name="Google Shape;46;p7"/>
          <p:cNvSpPr txBox="1">
            <a:spLocks noGrp="1"/>
          </p:cNvSpPr>
          <p:nvPr>
            <p:ph type="body" idx="1"/>
          </p:nvPr>
        </p:nvSpPr>
        <p:spPr>
          <a:xfrm rot="5400000">
            <a:off x="2293144" y="-272257"/>
            <a:ext cx="4903787" cy="7661275"/>
          </a:xfrm>
          <a:prstGeom prst="rect">
            <a:avLst/>
          </a:prstGeom>
          <a:noFill/>
          <a:ln>
            <a:noFill/>
          </a:ln>
        </p:spPr>
        <p:txBody>
          <a:bodyPr spcFirstLastPara="1" wrap="square" lIns="91425" tIns="45700" rIns="91425" bIns="45700" anchor="t" anchorCtr="0">
            <a:noAutofit/>
          </a:bodyPr>
          <a:lstStyle>
            <a:lvl1pPr marL="457200" lvl="0" indent="-331470" algn="l">
              <a:spcBef>
                <a:spcPts val="630"/>
              </a:spcBef>
              <a:spcAft>
                <a:spcPts val="0"/>
              </a:spcAft>
              <a:buSzPts val="1620"/>
              <a:buChar char="●"/>
              <a:defRPr/>
            </a:lvl1pPr>
            <a:lvl2pPr marL="914400" lvl="1" indent="-320040" algn="l">
              <a:spcBef>
                <a:spcPts val="630"/>
              </a:spcBef>
              <a:spcAft>
                <a:spcPts val="0"/>
              </a:spcAft>
              <a:buSzPts val="1440"/>
              <a:buChar char="●"/>
              <a:defRPr/>
            </a:lvl2pPr>
            <a:lvl3pPr marL="1371600" lvl="2" indent="-314325" algn="l">
              <a:spcBef>
                <a:spcPts val="630"/>
              </a:spcBef>
              <a:spcAft>
                <a:spcPts val="0"/>
              </a:spcAft>
              <a:buSzPts val="1350"/>
              <a:buChar char="4"/>
              <a:defRPr/>
            </a:lvl3pPr>
            <a:lvl4pPr marL="1828800" lvl="3" indent="-342900" algn="l">
              <a:spcBef>
                <a:spcPts val="630"/>
              </a:spcBef>
              <a:spcAft>
                <a:spcPts val="0"/>
              </a:spcAft>
              <a:buSzPts val="1800"/>
              <a:buChar char="–"/>
              <a:defRPr/>
            </a:lvl4pPr>
            <a:lvl5pPr marL="2286000" lvl="4" indent="-314325" algn="l">
              <a:spcBef>
                <a:spcPts val="630"/>
              </a:spcBef>
              <a:spcAft>
                <a:spcPts val="0"/>
              </a:spcAft>
              <a:buSzPts val="1350"/>
              <a:buChar char="»"/>
              <a:defRPr/>
            </a:lvl5pPr>
            <a:lvl6pPr marL="2743200" lvl="5" indent="-314325" algn="l">
              <a:spcBef>
                <a:spcPts val="630"/>
              </a:spcBef>
              <a:spcAft>
                <a:spcPts val="0"/>
              </a:spcAft>
              <a:buSzPts val="1350"/>
              <a:buChar char="»"/>
              <a:defRPr/>
            </a:lvl6pPr>
            <a:lvl7pPr marL="3200400" lvl="6" indent="-314325" algn="l">
              <a:spcBef>
                <a:spcPts val="630"/>
              </a:spcBef>
              <a:spcAft>
                <a:spcPts val="0"/>
              </a:spcAft>
              <a:buSzPts val="1350"/>
              <a:buChar char="»"/>
              <a:defRPr/>
            </a:lvl7pPr>
            <a:lvl8pPr marL="3657600" lvl="7" indent="-314325" algn="l">
              <a:spcBef>
                <a:spcPts val="630"/>
              </a:spcBef>
              <a:spcAft>
                <a:spcPts val="0"/>
              </a:spcAft>
              <a:buSzPts val="1350"/>
              <a:buChar char="»"/>
              <a:defRPr/>
            </a:lvl8pPr>
            <a:lvl9pPr marL="4114800" lvl="8" indent="-314325" algn="l">
              <a:spcBef>
                <a:spcPts val="630"/>
              </a:spcBef>
              <a:spcAft>
                <a:spcPts val="0"/>
              </a:spcAft>
              <a:buSzPts val="1350"/>
              <a:buChar char="»"/>
              <a:defRPr/>
            </a:lvl9pPr>
          </a:lstStyle>
          <a:p>
            <a:endParaRPr/>
          </a:p>
        </p:txBody>
      </p:sp>
      <p:sp>
        <p:nvSpPr>
          <p:cNvPr id="47" name="Google Shape;47;p7"/>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1pPr>
            <a:lvl2pPr marL="0" marR="0" lvl="1"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2pPr>
            <a:lvl3pPr marL="0" marR="0" lvl="2"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3pPr>
            <a:lvl4pPr marL="0" marR="0" lvl="3"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4pPr>
            <a:lvl5pPr marL="0" marR="0" lvl="4"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5pPr>
            <a:lvl6pPr marL="0" marR="0" lvl="5"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6pPr>
            <a:lvl7pPr marL="0" marR="0" lvl="6"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7pPr>
            <a:lvl8pPr marL="0" marR="0" lvl="7"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8pPr>
            <a:lvl9pPr marL="0" marR="0" lvl="8"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48"/>
        <p:cNvGrpSpPr/>
        <p:nvPr/>
      </p:nvGrpSpPr>
      <p:grpSpPr>
        <a:xfrm>
          <a:off x="0" y="0"/>
          <a:ext cx="0" cy="0"/>
          <a:chOff x="0" y="0"/>
          <a:chExt cx="0" cy="0"/>
        </a:xfrm>
      </p:grpSpPr>
      <p:sp>
        <p:nvSpPr>
          <p:cNvPr id="49" name="Google Shape;49;p8"/>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sz="2000" b="1"/>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50" name="Google Shape;50;p8"/>
          <p:cNvSpPr>
            <a:spLocks noGrp="1"/>
          </p:cNvSpPr>
          <p:nvPr>
            <p:ph type="pic" idx="2"/>
          </p:nvPr>
        </p:nvSpPr>
        <p:spPr>
          <a:xfrm>
            <a:off x="1792288" y="612775"/>
            <a:ext cx="5486400" cy="4114800"/>
          </a:xfrm>
          <a:prstGeom prst="rect">
            <a:avLst/>
          </a:prstGeom>
          <a:noFill/>
          <a:ln>
            <a:noFill/>
          </a:ln>
        </p:spPr>
      </p:sp>
      <p:sp>
        <p:nvSpPr>
          <p:cNvPr id="51" name="Google Shape;51;p8"/>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Autofit/>
          </a:bodyPr>
          <a:lstStyle>
            <a:lvl1pPr marL="457200" lvl="0" indent="-228600" algn="l">
              <a:spcBef>
                <a:spcPts val="490"/>
              </a:spcBef>
              <a:spcAft>
                <a:spcPts val="0"/>
              </a:spcAft>
              <a:buSzPts val="1260"/>
              <a:buNone/>
              <a:defRPr sz="1400"/>
            </a:lvl1pPr>
            <a:lvl2pPr marL="914400" lvl="1" indent="-228600" algn="l">
              <a:spcBef>
                <a:spcPts val="420"/>
              </a:spcBef>
              <a:spcAft>
                <a:spcPts val="0"/>
              </a:spcAft>
              <a:buSzPts val="960"/>
              <a:buNone/>
              <a:defRPr sz="1200"/>
            </a:lvl2pPr>
            <a:lvl3pPr marL="1371600" lvl="2" indent="-228600" algn="l">
              <a:spcBef>
                <a:spcPts val="350"/>
              </a:spcBef>
              <a:spcAft>
                <a:spcPts val="0"/>
              </a:spcAft>
              <a:buSzPts val="750"/>
              <a:buNone/>
              <a:defRPr sz="1000"/>
            </a:lvl3pPr>
            <a:lvl4pPr marL="1828800" lvl="3" indent="-228600" algn="l">
              <a:spcBef>
                <a:spcPts val="315"/>
              </a:spcBef>
              <a:spcAft>
                <a:spcPts val="0"/>
              </a:spcAft>
              <a:buSzPts val="900"/>
              <a:buFont typeface="Helvetica Neue"/>
              <a:buNone/>
              <a:defRPr sz="900"/>
            </a:lvl4pPr>
            <a:lvl5pPr marL="2286000" lvl="4" indent="-228600" algn="l">
              <a:spcBef>
                <a:spcPts val="315"/>
              </a:spcBef>
              <a:spcAft>
                <a:spcPts val="0"/>
              </a:spcAft>
              <a:buSzPts val="675"/>
              <a:buFont typeface="Helvetica Neue"/>
              <a:buNone/>
              <a:defRPr sz="900"/>
            </a:lvl5pPr>
            <a:lvl6pPr marL="2743200" lvl="5" indent="-228600" algn="l">
              <a:spcBef>
                <a:spcPts val="315"/>
              </a:spcBef>
              <a:spcAft>
                <a:spcPts val="0"/>
              </a:spcAft>
              <a:buSzPts val="675"/>
              <a:buFont typeface="Helvetica Neue"/>
              <a:buNone/>
              <a:defRPr sz="900"/>
            </a:lvl6pPr>
            <a:lvl7pPr marL="3200400" lvl="6" indent="-228600" algn="l">
              <a:spcBef>
                <a:spcPts val="315"/>
              </a:spcBef>
              <a:spcAft>
                <a:spcPts val="0"/>
              </a:spcAft>
              <a:buSzPts val="675"/>
              <a:buFont typeface="Helvetica Neue"/>
              <a:buNone/>
              <a:defRPr sz="900"/>
            </a:lvl7pPr>
            <a:lvl8pPr marL="3657600" lvl="7" indent="-228600" algn="l">
              <a:spcBef>
                <a:spcPts val="315"/>
              </a:spcBef>
              <a:spcAft>
                <a:spcPts val="0"/>
              </a:spcAft>
              <a:buSzPts val="675"/>
              <a:buFont typeface="Helvetica Neue"/>
              <a:buNone/>
              <a:defRPr sz="900"/>
            </a:lvl8pPr>
            <a:lvl9pPr marL="4114800" lvl="8" indent="-228600" algn="l">
              <a:spcBef>
                <a:spcPts val="315"/>
              </a:spcBef>
              <a:spcAft>
                <a:spcPts val="0"/>
              </a:spcAft>
              <a:buSzPts val="675"/>
              <a:buFont typeface="Helvetica Neue"/>
              <a:buNone/>
              <a:defRPr sz="900"/>
            </a:lvl9pPr>
          </a:lstStyle>
          <a:p>
            <a:endParaRPr/>
          </a:p>
        </p:txBody>
      </p:sp>
      <p:sp>
        <p:nvSpPr>
          <p:cNvPr id="52" name="Google Shape;52;p8"/>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1pPr>
            <a:lvl2pPr marL="0" marR="0" lvl="1"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2pPr>
            <a:lvl3pPr marL="0" marR="0" lvl="2"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3pPr>
            <a:lvl4pPr marL="0" marR="0" lvl="3"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4pPr>
            <a:lvl5pPr marL="0" marR="0" lvl="4"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5pPr>
            <a:lvl6pPr marL="0" marR="0" lvl="5"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6pPr>
            <a:lvl7pPr marL="0" marR="0" lvl="6"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7pPr>
            <a:lvl8pPr marL="0" marR="0" lvl="7"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8pPr>
            <a:lvl9pPr marL="0" marR="0" lvl="8"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3"/>
        <p:cNvGrpSpPr/>
        <p:nvPr/>
      </p:nvGrpSpPr>
      <p:grpSpPr>
        <a:xfrm>
          <a:off x="0" y="0"/>
          <a:ext cx="0" cy="0"/>
          <a:chOff x="0" y="0"/>
          <a:chExt cx="0" cy="0"/>
        </a:xfrm>
      </p:grpSpPr>
      <p:sp>
        <p:nvSpPr>
          <p:cNvPr id="54" name="Google Shape;54;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sz="2000" b="1"/>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55" name="Google Shape;55;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Autofit/>
          </a:bodyPr>
          <a:lstStyle>
            <a:lvl1pPr marL="457200" lvl="0" indent="-411480" algn="l">
              <a:spcBef>
                <a:spcPts val="1120"/>
              </a:spcBef>
              <a:spcAft>
                <a:spcPts val="0"/>
              </a:spcAft>
              <a:buSzPts val="2880"/>
              <a:buChar char="●"/>
              <a:defRPr sz="3200"/>
            </a:lvl1pPr>
            <a:lvl2pPr marL="914400" lvl="1" indent="-370840" algn="l">
              <a:spcBef>
                <a:spcPts val="980"/>
              </a:spcBef>
              <a:spcAft>
                <a:spcPts val="0"/>
              </a:spcAft>
              <a:buSzPts val="2240"/>
              <a:buChar char="●"/>
              <a:defRPr sz="2800"/>
            </a:lvl2pPr>
            <a:lvl3pPr marL="1371600" lvl="2" indent="-342900" algn="l">
              <a:spcBef>
                <a:spcPts val="840"/>
              </a:spcBef>
              <a:spcAft>
                <a:spcPts val="0"/>
              </a:spcAft>
              <a:buSzPts val="1800"/>
              <a:buChar char="4"/>
              <a:defRPr sz="2400"/>
            </a:lvl3pPr>
            <a:lvl4pPr marL="1828800" lvl="3" indent="-355600" algn="l">
              <a:spcBef>
                <a:spcPts val="700"/>
              </a:spcBef>
              <a:spcAft>
                <a:spcPts val="0"/>
              </a:spcAft>
              <a:buSzPts val="2000"/>
              <a:buFont typeface="Helvetica Neue"/>
              <a:buChar char="–"/>
              <a:defRPr sz="2000"/>
            </a:lvl4pPr>
            <a:lvl5pPr marL="2286000" lvl="4" indent="-323850" algn="l">
              <a:spcBef>
                <a:spcPts val="700"/>
              </a:spcBef>
              <a:spcAft>
                <a:spcPts val="0"/>
              </a:spcAft>
              <a:buSzPts val="1500"/>
              <a:buFont typeface="Helvetica Neue"/>
              <a:buChar char="»"/>
              <a:defRPr sz="2000"/>
            </a:lvl5pPr>
            <a:lvl6pPr marL="2743200" lvl="5" indent="-323850" algn="l">
              <a:spcBef>
                <a:spcPts val="700"/>
              </a:spcBef>
              <a:spcAft>
                <a:spcPts val="0"/>
              </a:spcAft>
              <a:buSzPts val="1500"/>
              <a:buFont typeface="Helvetica Neue"/>
              <a:buChar char="»"/>
              <a:defRPr sz="2000"/>
            </a:lvl6pPr>
            <a:lvl7pPr marL="3200400" lvl="6" indent="-323850" algn="l">
              <a:spcBef>
                <a:spcPts val="700"/>
              </a:spcBef>
              <a:spcAft>
                <a:spcPts val="0"/>
              </a:spcAft>
              <a:buSzPts val="1500"/>
              <a:buFont typeface="Helvetica Neue"/>
              <a:buChar char="»"/>
              <a:defRPr sz="2000"/>
            </a:lvl7pPr>
            <a:lvl8pPr marL="3657600" lvl="7" indent="-323850" algn="l">
              <a:spcBef>
                <a:spcPts val="700"/>
              </a:spcBef>
              <a:spcAft>
                <a:spcPts val="0"/>
              </a:spcAft>
              <a:buSzPts val="1500"/>
              <a:buFont typeface="Helvetica Neue"/>
              <a:buChar char="»"/>
              <a:defRPr sz="2000"/>
            </a:lvl8pPr>
            <a:lvl9pPr marL="4114800" lvl="8" indent="-323850" algn="l">
              <a:spcBef>
                <a:spcPts val="700"/>
              </a:spcBef>
              <a:spcAft>
                <a:spcPts val="0"/>
              </a:spcAft>
              <a:buSzPts val="1500"/>
              <a:buFont typeface="Helvetica Neue"/>
              <a:buChar char="»"/>
              <a:defRPr sz="2000"/>
            </a:lvl9pPr>
          </a:lstStyle>
          <a:p>
            <a:endParaRPr/>
          </a:p>
        </p:txBody>
      </p:sp>
      <p:sp>
        <p:nvSpPr>
          <p:cNvPr id="56" name="Google Shape;56;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Autofit/>
          </a:bodyPr>
          <a:lstStyle>
            <a:lvl1pPr marL="457200" lvl="0" indent="-228600" algn="l">
              <a:spcBef>
                <a:spcPts val="490"/>
              </a:spcBef>
              <a:spcAft>
                <a:spcPts val="0"/>
              </a:spcAft>
              <a:buSzPts val="1260"/>
              <a:buNone/>
              <a:defRPr sz="1400"/>
            </a:lvl1pPr>
            <a:lvl2pPr marL="914400" lvl="1" indent="-228600" algn="l">
              <a:spcBef>
                <a:spcPts val="420"/>
              </a:spcBef>
              <a:spcAft>
                <a:spcPts val="0"/>
              </a:spcAft>
              <a:buSzPts val="960"/>
              <a:buNone/>
              <a:defRPr sz="1200"/>
            </a:lvl2pPr>
            <a:lvl3pPr marL="1371600" lvl="2" indent="-228600" algn="l">
              <a:spcBef>
                <a:spcPts val="350"/>
              </a:spcBef>
              <a:spcAft>
                <a:spcPts val="0"/>
              </a:spcAft>
              <a:buSzPts val="750"/>
              <a:buNone/>
              <a:defRPr sz="1000"/>
            </a:lvl3pPr>
            <a:lvl4pPr marL="1828800" lvl="3" indent="-228600" algn="l">
              <a:spcBef>
                <a:spcPts val="315"/>
              </a:spcBef>
              <a:spcAft>
                <a:spcPts val="0"/>
              </a:spcAft>
              <a:buSzPts val="900"/>
              <a:buFont typeface="Helvetica Neue"/>
              <a:buNone/>
              <a:defRPr sz="900"/>
            </a:lvl4pPr>
            <a:lvl5pPr marL="2286000" lvl="4" indent="-228600" algn="l">
              <a:spcBef>
                <a:spcPts val="315"/>
              </a:spcBef>
              <a:spcAft>
                <a:spcPts val="0"/>
              </a:spcAft>
              <a:buSzPts val="675"/>
              <a:buFont typeface="Helvetica Neue"/>
              <a:buNone/>
              <a:defRPr sz="900"/>
            </a:lvl5pPr>
            <a:lvl6pPr marL="2743200" lvl="5" indent="-228600" algn="l">
              <a:spcBef>
                <a:spcPts val="315"/>
              </a:spcBef>
              <a:spcAft>
                <a:spcPts val="0"/>
              </a:spcAft>
              <a:buSzPts val="675"/>
              <a:buFont typeface="Helvetica Neue"/>
              <a:buNone/>
              <a:defRPr sz="900"/>
            </a:lvl6pPr>
            <a:lvl7pPr marL="3200400" lvl="6" indent="-228600" algn="l">
              <a:spcBef>
                <a:spcPts val="315"/>
              </a:spcBef>
              <a:spcAft>
                <a:spcPts val="0"/>
              </a:spcAft>
              <a:buSzPts val="675"/>
              <a:buFont typeface="Helvetica Neue"/>
              <a:buNone/>
              <a:defRPr sz="900"/>
            </a:lvl7pPr>
            <a:lvl8pPr marL="3657600" lvl="7" indent="-228600" algn="l">
              <a:spcBef>
                <a:spcPts val="315"/>
              </a:spcBef>
              <a:spcAft>
                <a:spcPts val="0"/>
              </a:spcAft>
              <a:buSzPts val="675"/>
              <a:buFont typeface="Helvetica Neue"/>
              <a:buNone/>
              <a:defRPr sz="900"/>
            </a:lvl8pPr>
            <a:lvl9pPr marL="4114800" lvl="8" indent="-228600" algn="l">
              <a:spcBef>
                <a:spcPts val="315"/>
              </a:spcBef>
              <a:spcAft>
                <a:spcPts val="0"/>
              </a:spcAft>
              <a:buSzPts val="675"/>
              <a:buFont typeface="Helvetica Neue"/>
              <a:buNone/>
              <a:defRPr sz="900"/>
            </a:lvl9pPr>
          </a:lstStyle>
          <a:p>
            <a:endParaRPr/>
          </a:p>
        </p:txBody>
      </p:sp>
      <p:sp>
        <p:nvSpPr>
          <p:cNvPr id="57" name="Google Shape;57;p9"/>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1pPr>
            <a:lvl2pPr marL="0" marR="0" lvl="1"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2pPr>
            <a:lvl3pPr marL="0" marR="0" lvl="2"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3pPr>
            <a:lvl4pPr marL="0" marR="0" lvl="3"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4pPr>
            <a:lvl5pPr marL="0" marR="0" lvl="4"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5pPr>
            <a:lvl6pPr marL="0" marR="0" lvl="5"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6pPr>
            <a:lvl7pPr marL="0" marR="0" lvl="6"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7pPr>
            <a:lvl8pPr marL="0" marR="0" lvl="7"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8pPr>
            <a:lvl9pPr marL="0" marR="0" lvl="8"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8"/>
        <p:cNvGrpSpPr/>
        <p:nvPr/>
      </p:nvGrpSpPr>
      <p:grpSpPr>
        <a:xfrm>
          <a:off x="0" y="0"/>
          <a:ext cx="0" cy="0"/>
          <a:chOff x="0" y="0"/>
          <a:chExt cx="0" cy="0"/>
        </a:xfrm>
      </p:grpSpPr>
      <p:sp>
        <p:nvSpPr>
          <p:cNvPr id="59" name="Google Shape;59;p10"/>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1pPr>
            <a:lvl2pPr marL="0" marR="0" lvl="1"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2pPr>
            <a:lvl3pPr marL="0" marR="0" lvl="2"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3pPr>
            <a:lvl4pPr marL="0" marR="0" lvl="3"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4pPr>
            <a:lvl5pPr marL="0" marR="0" lvl="4"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5pPr>
            <a:lvl6pPr marL="0" marR="0" lvl="5"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6pPr>
            <a:lvl7pPr marL="0" marR="0" lvl="6"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7pPr>
            <a:lvl8pPr marL="0" marR="0" lvl="7"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8pPr>
            <a:lvl9pPr marL="0" marR="0" lvl="8"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60"/>
        <p:cNvGrpSpPr/>
        <p:nvPr/>
      </p:nvGrpSpPr>
      <p:grpSpPr>
        <a:xfrm>
          <a:off x="0" y="0"/>
          <a:ext cx="0" cy="0"/>
          <a:chOff x="0" y="0"/>
          <a:chExt cx="0" cy="0"/>
        </a:xfrm>
      </p:grpSpPr>
      <p:sp>
        <p:nvSpPr>
          <p:cNvPr id="61" name="Google Shape;61;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b"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62" name="Google Shape;62;p11"/>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Autofit/>
          </a:bodyPr>
          <a:lstStyle>
            <a:lvl1pPr marL="457200" lvl="0" indent="-228600" algn="l">
              <a:spcBef>
                <a:spcPts val="840"/>
              </a:spcBef>
              <a:spcAft>
                <a:spcPts val="0"/>
              </a:spcAft>
              <a:buSzPts val="2160"/>
              <a:buNone/>
              <a:defRPr sz="2400" b="1"/>
            </a:lvl1pPr>
            <a:lvl2pPr marL="914400" lvl="1" indent="-228600" algn="l">
              <a:spcBef>
                <a:spcPts val="700"/>
              </a:spcBef>
              <a:spcAft>
                <a:spcPts val="0"/>
              </a:spcAft>
              <a:buSzPts val="1600"/>
              <a:buNone/>
              <a:defRPr sz="2000" b="1"/>
            </a:lvl2pPr>
            <a:lvl3pPr marL="1371600" lvl="2" indent="-228600" algn="l">
              <a:spcBef>
                <a:spcPts val="630"/>
              </a:spcBef>
              <a:spcAft>
                <a:spcPts val="0"/>
              </a:spcAft>
              <a:buSzPts val="1350"/>
              <a:buNone/>
              <a:defRPr sz="1800" b="1"/>
            </a:lvl3pPr>
            <a:lvl4pPr marL="1828800" lvl="3" indent="-228600" algn="l">
              <a:spcBef>
                <a:spcPts val="560"/>
              </a:spcBef>
              <a:spcAft>
                <a:spcPts val="0"/>
              </a:spcAft>
              <a:buSzPts val="1600"/>
              <a:buFont typeface="Helvetica Neue"/>
              <a:buNone/>
              <a:defRPr sz="1600" b="1"/>
            </a:lvl4pPr>
            <a:lvl5pPr marL="2286000" lvl="4" indent="-228600" algn="l">
              <a:spcBef>
                <a:spcPts val="560"/>
              </a:spcBef>
              <a:spcAft>
                <a:spcPts val="0"/>
              </a:spcAft>
              <a:buSzPts val="1200"/>
              <a:buFont typeface="Helvetica Neue"/>
              <a:buNone/>
              <a:defRPr sz="1600" b="1"/>
            </a:lvl5pPr>
            <a:lvl6pPr marL="2743200" lvl="5" indent="-228600" algn="l">
              <a:spcBef>
                <a:spcPts val="560"/>
              </a:spcBef>
              <a:spcAft>
                <a:spcPts val="0"/>
              </a:spcAft>
              <a:buSzPts val="1200"/>
              <a:buFont typeface="Helvetica Neue"/>
              <a:buNone/>
              <a:defRPr sz="1600" b="1"/>
            </a:lvl6pPr>
            <a:lvl7pPr marL="3200400" lvl="6" indent="-228600" algn="l">
              <a:spcBef>
                <a:spcPts val="560"/>
              </a:spcBef>
              <a:spcAft>
                <a:spcPts val="0"/>
              </a:spcAft>
              <a:buSzPts val="1200"/>
              <a:buFont typeface="Helvetica Neue"/>
              <a:buNone/>
              <a:defRPr sz="1600" b="1"/>
            </a:lvl7pPr>
            <a:lvl8pPr marL="3657600" lvl="7" indent="-228600" algn="l">
              <a:spcBef>
                <a:spcPts val="560"/>
              </a:spcBef>
              <a:spcAft>
                <a:spcPts val="0"/>
              </a:spcAft>
              <a:buSzPts val="1200"/>
              <a:buFont typeface="Helvetica Neue"/>
              <a:buNone/>
              <a:defRPr sz="1600" b="1"/>
            </a:lvl8pPr>
            <a:lvl9pPr marL="4114800" lvl="8" indent="-228600" algn="l">
              <a:spcBef>
                <a:spcPts val="560"/>
              </a:spcBef>
              <a:spcAft>
                <a:spcPts val="0"/>
              </a:spcAft>
              <a:buSzPts val="1200"/>
              <a:buFont typeface="Helvetica Neue"/>
              <a:buNone/>
              <a:defRPr sz="1600" b="1"/>
            </a:lvl9pPr>
          </a:lstStyle>
          <a:p>
            <a:endParaRPr/>
          </a:p>
        </p:txBody>
      </p:sp>
      <p:sp>
        <p:nvSpPr>
          <p:cNvPr id="63" name="Google Shape;63;p11"/>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Autofit/>
          </a:bodyPr>
          <a:lstStyle>
            <a:lvl1pPr marL="457200" lvl="0" indent="-365760" algn="l">
              <a:spcBef>
                <a:spcPts val="840"/>
              </a:spcBef>
              <a:spcAft>
                <a:spcPts val="0"/>
              </a:spcAft>
              <a:buSzPts val="2160"/>
              <a:buChar char="●"/>
              <a:defRPr sz="2400"/>
            </a:lvl1pPr>
            <a:lvl2pPr marL="914400" lvl="1" indent="-330200" algn="l">
              <a:spcBef>
                <a:spcPts val="700"/>
              </a:spcBef>
              <a:spcAft>
                <a:spcPts val="0"/>
              </a:spcAft>
              <a:buSzPts val="1600"/>
              <a:buChar char="●"/>
              <a:defRPr sz="2000"/>
            </a:lvl2pPr>
            <a:lvl3pPr marL="1371600" lvl="2" indent="-314325" algn="l">
              <a:spcBef>
                <a:spcPts val="630"/>
              </a:spcBef>
              <a:spcAft>
                <a:spcPts val="0"/>
              </a:spcAft>
              <a:buSzPts val="1350"/>
              <a:buChar char="4"/>
              <a:defRPr sz="1800"/>
            </a:lvl3pPr>
            <a:lvl4pPr marL="1828800" lvl="3" indent="-330200" algn="l">
              <a:spcBef>
                <a:spcPts val="560"/>
              </a:spcBef>
              <a:spcAft>
                <a:spcPts val="0"/>
              </a:spcAft>
              <a:buSzPts val="1600"/>
              <a:buFont typeface="Helvetica Neue"/>
              <a:buChar char="–"/>
              <a:defRPr sz="1600"/>
            </a:lvl4pPr>
            <a:lvl5pPr marL="2286000" lvl="4" indent="-304800" algn="l">
              <a:spcBef>
                <a:spcPts val="560"/>
              </a:spcBef>
              <a:spcAft>
                <a:spcPts val="0"/>
              </a:spcAft>
              <a:buSzPts val="1200"/>
              <a:buFont typeface="Helvetica Neue"/>
              <a:buChar char="»"/>
              <a:defRPr sz="1600"/>
            </a:lvl5pPr>
            <a:lvl6pPr marL="2743200" lvl="5" indent="-304800" algn="l">
              <a:spcBef>
                <a:spcPts val="560"/>
              </a:spcBef>
              <a:spcAft>
                <a:spcPts val="0"/>
              </a:spcAft>
              <a:buSzPts val="1200"/>
              <a:buFont typeface="Helvetica Neue"/>
              <a:buChar char="»"/>
              <a:defRPr sz="1600"/>
            </a:lvl6pPr>
            <a:lvl7pPr marL="3200400" lvl="6" indent="-304800" algn="l">
              <a:spcBef>
                <a:spcPts val="560"/>
              </a:spcBef>
              <a:spcAft>
                <a:spcPts val="0"/>
              </a:spcAft>
              <a:buSzPts val="1200"/>
              <a:buFont typeface="Helvetica Neue"/>
              <a:buChar char="»"/>
              <a:defRPr sz="1600"/>
            </a:lvl7pPr>
            <a:lvl8pPr marL="3657600" lvl="7" indent="-304800" algn="l">
              <a:spcBef>
                <a:spcPts val="560"/>
              </a:spcBef>
              <a:spcAft>
                <a:spcPts val="0"/>
              </a:spcAft>
              <a:buSzPts val="1200"/>
              <a:buFont typeface="Helvetica Neue"/>
              <a:buChar char="»"/>
              <a:defRPr sz="1600"/>
            </a:lvl8pPr>
            <a:lvl9pPr marL="4114800" lvl="8" indent="-304800" algn="l">
              <a:spcBef>
                <a:spcPts val="560"/>
              </a:spcBef>
              <a:spcAft>
                <a:spcPts val="0"/>
              </a:spcAft>
              <a:buSzPts val="1200"/>
              <a:buFont typeface="Helvetica Neue"/>
              <a:buChar char="»"/>
              <a:defRPr sz="1600"/>
            </a:lvl9pPr>
          </a:lstStyle>
          <a:p>
            <a:endParaRPr/>
          </a:p>
        </p:txBody>
      </p:sp>
      <p:sp>
        <p:nvSpPr>
          <p:cNvPr id="64" name="Google Shape;64;p11"/>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Autofit/>
          </a:bodyPr>
          <a:lstStyle>
            <a:lvl1pPr marL="457200" lvl="0" indent="-228600" algn="l">
              <a:spcBef>
                <a:spcPts val="840"/>
              </a:spcBef>
              <a:spcAft>
                <a:spcPts val="0"/>
              </a:spcAft>
              <a:buSzPts val="2160"/>
              <a:buNone/>
              <a:defRPr sz="2400" b="1"/>
            </a:lvl1pPr>
            <a:lvl2pPr marL="914400" lvl="1" indent="-228600" algn="l">
              <a:spcBef>
                <a:spcPts val="700"/>
              </a:spcBef>
              <a:spcAft>
                <a:spcPts val="0"/>
              </a:spcAft>
              <a:buSzPts val="1600"/>
              <a:buNone/>
              <a:defRPr sz="2000" b="1"/>
            </a:lvl2pPr>
            <a:lvl3pPr marL="1371600" lvl="2" indent="-228600" algn="l">
              <a:spcBef>
                <a:spcPts val="630"/>
              </a:spcBef>
              <a:spcAft>
                <a:spcPts val="0"/>
              </a:spcAft>
              <a:buSzPts val="1350"/>
              <a:buNone/>
              <a:defRPr sz="1800" b="1"/>
            </a:lvl3pPr>
            <a:lvl4pPr marL="1828800" lvl="3" indent="-228600" algn="l">
              <a:spcBef>
                <a:spcPts val="560"/>
              </a:spcBef>
              <a:spcAft>
                <a:spcPts val="0"/>
              </a:spcAft>
              <a:buSzPts val="1600"/>
              <a:buFont typeface="Helvetica Neue"/>
              <a:buNone/>
              <a:defRPr sz="1600" b="1"/>
            </a:lvl4pPr>
            <a:lvl5pPr marL="2286000" lvl="4" indent="-228600" algn="l">
              <a:spcBef>
                <a:spcPts val="560"/>
              </a:spcBef>
              <a:spcAft>
                <a:spcPts val="0"/>
              </a:spcAft>
              <a:buSzPts val="1200"/>
              <a:buFont typeface="Helvetica Neue"/>
              <a:buNone/>
              <a:defRPr sz="1600" b="1"/>
            </a:lvl5pPr>
            <a:lvl6pPr marL="2743200" lvl="5" indent="-228600" algn="l">
              <a:spcBef>
                <a:spcPts val="560"/>
              </a:spcBef>
              <a:spcAft>
                <a:spcPts val="0"/>
              </a:spcAft>
              <a:buSzPts val="1200"/>
              <a:buFont typeface="Helvetica Neue"/>
              <a:buNone/>
              <a:defRPr sz="1600" b="1"/>
            </a:lvl6pPr>
            <a:lvl7pPr marL="3200400" lvl="6" indent="-228600" algn="l">
              <a:spcBef>
                <a:spcPts val="560"/>
              </a:spcBef>
              <a:spcAft>
                <a:spcPts val="0"/>
              </a:spcAft>
              <a:buSzPts val="1200"/>
              <a:buFont typeface="Helvetica Neue"/>
              <a:buNone/>
              <a:defRPr sz="1600" b="1"/>
            </a:lvl7pPr>
            <a:lvl8pPr marL="3657600" lvl="7" indent="-228600" algn="l">
              <a:spcBef>
                <a:spcPts val="560"/>
              </a:spcBef>
              <a:spcAft>
                <a:spcPts val="0"/>
              </a:spcAft>
              <a:buSzPts val="1200"/>
              <a:buFont typeface="Helvetica Neue"/>
              <a:buNone/>
              <a:defRPr sz="1600" b="1"/>
            </a:lvl8pPr>
            <a:lvl9pPr marL="4114800" lvl="8" indent="-228600" algn="l">
              <a:spcBef>
                <a:spcPts val="560"/>
              </a:spcBef>
              <a:spcAft>
                <a:spcPts val="0"/>
              </a:spcAft>
              <a:buSzPts val="1200"/>
              <a:buFont typeface="Helvetica Neue"/>
              <a:buNone/>
              <a:defRPr sz="1600" b="1"/>
            </a:lvl9pPr>
          </a:lstStyle>
          <a:p>
            <a:endParaRPr/>
          </a:p>
        </p:txBody>
      </p:sp>
      <p:sp>
        <p:nvSpPr>
          <p:cNvPr id="65" name="Google Shape;65;p11"/>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Autofit/>
          </a:bodyPr>
          <a:lstStyle>
            <a:lvl1pPr marL="457200" lvl="0" indent="-365760" algn="l">
              <a:spcBef>
                <a:spcPts val="840"/>
              </a:spcBef>
              <a:spcAft>
                <a:spcPts val="0"/>
              </a:spcAft>
              <a:buSzPts val="2160"/>
              <a:buChar char="●"/>
              <a:defRPr sz="2400"/>
            </a:lvl1pPr>
            <a:lvl2pPr marL="914400" lvl="1" indent="-330200" algn="l">
              <a:spcBef>
                <a:spcPts val="700"/>
              </a:spcBef>
              <a:spcAft>
                <a:spcPts val="0"/>
              </a:spcAft>
              <a:buSzPts val="1600"/>
              <a:buChar char="●"/>
              <a:defRPr sz="2000"/>
            </a:lvl2pPr>
            <a:lvl3pPr marL="1371600" lvl="2" indent="-314325" algn="l">
              <a:spcBef>
                <a:spcPts val="630"/>
              </a:spcBef>
              <a:spcAft>
                <a:spcPts val="0"/>
              </a:spcAft>
              <a:buSzPts val="1350"/>
              <a:buChar char="4"/>
              <a:defRPr sz="1800"/>
            </a:lvl3pPr>
            <a:lvl4pPr marL="1828800" lvl="3" indent="-330200" algn="l">
              <a:spcBef>
                <a:spcPts val="560"/>
              </a:spcBef>
              <a:spcAft>
                <a:spcPts val="0"/>
              </a:spcAft>
              <a:buSzPts val="1600"/>
              <a:buFont typeface="Helvetica Neue"/>
              <a:buChar char="–"/>
              <a:defRPr sz="1600"/>
            </a:lvl4pPr>
            <a:lvl5pPr marL="2286000" lvl="4" indent="-304800" algn="l">
              <a:spcBef>
                <a:spcPts val="560"/>
              </a:spcBef>
              <a:spcAft>
                <a:spcPts val="0"/>
              </a:spcAft>
              <a:buSzPts val="1200"/>
              <a:buFont typeface="Helvetica Neue"/>
              <a:buChar char="»"/>
              <a:defRPr sz="1600"/>
            </a:lvl5pPr>
            <a:lvl6pPr marL="2743200" lvl="5" indent="-304800" algn="l">
              <a:spcBef>
                <a:spcPts val="560"/>
              </a:spcBef>
              <a:spcAft>
                <a:spcPts val="0"/>
              </a:spcAft>
              <a:buSzPts val="1200"/>
              <a:buFont typeface="Helvetica Neue"/>
              <a:buChar char="»"/>
              <a:defRPr sz="1600"/>
            </a:lvl6pPr>
            <a:lvl7pPr marL="3200400" lvl="6" indent="-304800" algn="l">
              <a:spcBef>
                <a:spcPts val="560"/>
              </a:spcBef>
              <a:spcAft>
                <a:spcPts val="0"/>
              </a:spcAft>
              <a:buSzPts val="1200"/>
              <a:buFont typeface="Helvetica Neue"/>
              <a:buChar char="»"/>
              <a:defRPr sz="1600"/>
            </a:lvl7pPr>
            <a:lvl8pPr marL="3657600" lvl="7" indent="-304800" algn="l">
              <a:spcBef>
                <a:spcPts val="560"/>
              </a:spcBef>
              <a:spcAft>
                <a:spcPts val="0"/>
              </a:spcAft>
              <a:buSzPts val="1200"/>
              <a:buFont typeface="Helvetica Neue"/>
              <a:buChar char="»"/>
              <a:defRPr sz="1600"/>
            </a:lvl8pPr>
            <a:lvl9pPr marL="4114800" lvl="8" indent="-304800" algn="l">
              <a:spcBef>
                <a:spcPts val="560"/>
              </a:spcBef>
              <a:spcAft>
                <a:spcPts val="0"/>
              </a:spcAft>
              <a:buSzPts val="1200"/>
              <a:buFont typeface="Helvetica Neue"/>
              <a:buChar char="»"/>
              <a:defRPr sz="1600"/>
            </a:lvl9pPr>
          </a:lstStyle>
          <a:p>
            <a:endParaRPr/>
          </a:p>
        </p:txBody>
      </p:sp>
      <p:sp>
        <p:nvSpPr>
          <p:cNvPr id="66" name="Google Shape;66;p11"/>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1pPr>
            <a:lvl2pPr marL="0" marR="0" lvl="1"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2pPr>
            <a:lvl3pPr marL="0" marR="0" lvl="2"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3pPr>
            <a:lvl4pPr marL="0" marR="0" lvl="3"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4pPr>
            <a:lvl5pPr marL="0" marR="0" lvl="4"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5pPr>
            <a:lvl6pPr marL="0" marR="0" lvl="5"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6pPr>
            <a:lvl7pPr marL="0" marR="0" lvl="6"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7pPr>
            <a:lvl8pPr marL="0" marR="0" lvl="7"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8pPr>
            <a:lvl9pPr marL="0" marR="0" lvl="8"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67"/>
        <p:cNvGrpSpPr/>
        <p:nvPr/>
      </p:nvGrpSpPr>
      <p:grpSpPr>
        <a:xfrm>
          <a:off x="0" y="0"/>
          <a:ext cx="0" cy="0"/>
          <a:chOff x="0" y="0"/>
          <a:chExt cx="0" cy="0"/>
        </a:xfrm>
      </p:grpSpPr>
      <p:sp>
        <p:nvSpPr>
          <p:cNvPr id="68" name="Google Shape;68;p12"/>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69" name="Google Shape;69;p12"/>
          <p:cNvSpPr txBox="1">
            <a:spLocks noGrp="1"/>
          </p:cNvSpPr>
          <p:nvPr>
            <p:ph type="body" idx="1"/>
          </p:nvPr>
        </p:nvSpPr>
        <p:spPr>
          <a:xfrm>
            <a:off x="914400" y="1106488"/>
            <a:ext cx="3754438" cy="4903787"/>
          </a:xfrm>
          <a:prstGeom prst="rect">
            <a:avLst/>
          </a:prstGeom>
          <a:noFill/>
          <a:ln>
            <a:noFill/>
          </a:ln>
        </p:spPr>
        <p:txBody>
          <a:bodyPr spcFirstLastPara="1" wrap="square" lIns="91425" tIns="45700" rIns="91425" bIns="45700" anchor="t" anchorCtr="0">
            <a:noAutofit/>
          </a:bodyPr>
          <a:lstStyle>
            <a:lvl1pPr marL="457200" lvl="0" indent="-388620" algn="l">
              <a:spcBef>
                <a:spcPts val="980"/>
              </a:spcBef>
              <a:spcAft>
                <a:spcPts val="0"/>
              </a:spcAft>
              <a:buSzPts val="2520"/>
              <a:buChar char="●"/>
              <a:defRPr sz="2800"/>
            </a:lvl1pPr>
            <a:lvl2pPr marL="914400" lvl="1" indent="-350519" algn="l">
              <a:spcBef>
                <a:spcPts val="840"/>
              </a:spcBef>
              <a:spcAft>
                <a:spcPts val="0"/>
              </a:spcAft>
              <a:buSzPts val="1920"/>
              <a:buChar char="●"/>
              <a:defRPr sz="2400"/>
            </a:lvl2pPr>
            <a:lvl3pPr marL="1371600" lvl="2" indent="-323850" algn="l">
              <a:spcBef>
                <a:spcPts val="700"/>
              </a:spcBef>
              <a:spcAft>
                <a:spcPts val="0"/>
              </a:spcAft>
              <a:buSzPts val="1500"/>
              <a:buChar char="4"/>
              <a:defRPr sz="2000"/>
            </a:lvl3pPr>
            <a:lvl4pPr marL="1828800" lvl="3" indent="-342900" algn="l">
              <a:spcBef>
                <a:spcPts val="630"/>
              </a:spcBef>
              <a:spcAft>
                <a:spcPts val="0"/>
              </a:spcAft>
              <a:buSzPts val="1800"/>
              <a:buFont typeface="Helvetica Neue"/>
              <a:buChar char="–"/>
              <a:defRPr sz="1800"/>
            </a:lvl4pPr>
            <a:lvl5pPr marL="2286000" lvl="4" indent="-314325" algn="l">
              <a:spcBef>
                <a:spcPts val="630"/>
              </a:spcBef>
              <a:spcAft>
                <a:spcPts val="0"/>
              </a:spcAft>
              <a:buSzPts val="1350"/>
              <a:buFont typeface="Helvetica Neue"/>
              <a:buChar char="»"/>
              <a:defRPr sz="1800"/>
            </a:lvl5pPr>
            <a:lvl6pPr marL="2743200" lvl="5" indent="-314325" algn="l">
              <a:spcBef>
                <a:spcPts val="630"/>
              </a:spcBef>
              <a:spcAft>
                <a:spcPts val="0"/>
              </a:spcAft>
              <a:buSzPts val="1350"/>
              <a:buFont typeface="Helvetica Neue"/>
              <a:buChar char="»"/>
              <a:defRPr sz="1800"/>
            </a:lvl6pPr>
            <a:lvl7pPr marL="3200400" lvl="6" indent="-314325" algn="l">
              <a:spcBef>
                <a:spcPts val="630"/>
              </a:spcBef>
              <a:spcAft>
                <a:spcPts val="0"/>
              </a:spcAft>
              <a:buSzPts val="1350"/>
              <a:buFont typeface="Helvetica Neue"/>
              <a:buChar char="»"/>
              <a:defRPr sz="1800"/>
            </a:lvl7pPr>
            <a:lvl8pPr marL="3657600" lvl="7" indent="-314325" algn="l">
              <a:spcBef>
                <a:spcPts val="630"/>
              </a:spcBef>
              <a:spcAft>
                <a:spcPts val="0"/>
              </a:spcAft>
              <a:buSzPts val="1350"/>
              <a:buFont typeface="Helvetica Neue"/>
              <a:buChar char="»"/>
              <a:defRPr sz="1800"/>
            </a:lvl8pPr>
            <a:lvl9pPr marL="4114800" lvl="8" indent="-314325" algn="l">
              <a:spcBef>
                <a:spcPts val="630"/>
              </a:spcBef>
              <a:spcAft>
                <a:spcPts val="0"/>
              </a:spcAft>
              <a:buSzPts val="1350"/>
              <a:buFont typeface="Helvetica Neue"/>
              <a:buChar char="»"/>
              <a:defRPr sz="1800"/>
            </a:lvl9pPr>
          </a:lstStyle>
          <a:p>
            <a:endParaRPr/>
          </a:p>
        </p:txBody>
      </p:sp>
      <p:sp>
        <p:nvSpPr>
          <p:cNvPr id="70" name="Google Shape;70;p12"/>
          <p:cNvSpPr txBox="1">
            <a:spLocks noGrp="1"/>
          </p:cNvSpPr>
          <p:nvPr>
            <p:ph type="body" idx="2"/>
          </p:nvPr>
        </p:nvSpPr>
        <p:spPr>
          <a:xfrm>
            <a:off x="4821238" y="1106488"/>
            <a:ext cx="3754437" cy="4903787"/>
          </a:xfrm>
          <a:prstGeom prst="rect">
            <a:avLst/>
          </a:prstGeom>
          <a:noFill/>
          <a:ln>
            <a:noFill/>
          </a:ln>
        </p:spPr>
        <p:txBody>
          <a:bodyPr spcFirstLastPara="1" wrap="square" lIns="91425" tIns="45700" rIns="91425" bIns="45700" anchor="t" anchorCtr="0">
            <a:noAutofit/>
          </a:bodyPr>
          <a:lstStyle>
            <a:lvl1pPr marL="457200" lvl="0" indent="-388620" algn="l">
              <a:spcBef>
                <a:spcPts val="980"/>
              </a:spcBef>
              <a:spcAft>
                <a:spcPts val="0"/>
              </a:spcAft>
              <a:buSzPts val="2520"/>
              <a:buChar char="●"/>
              <a:defRPr sz="2800"/>
            </a:lvl1pPr>
            <a:lvl2pPr marL="914400" lvl="1" indent="-350519" algn="l">
              <a:spcBef>
                <a:spcPts val="840"/>
              </a:spcBef>
              <a:spcAft>
                <a:spcPts val="0"/>
              </a:spcAft>
              <a:buSzPts val="1920"/>
              <a:buChar char="●"/>
              <a:defRPr sz="2400"/>
            </a:lvl2pPr>
            <a:lvl3pPr marL="1371600" lvl="2" indent="-323850" algn="l">
              <a:spcBef>
                <a:spcPts val="700"/>
              </a:spcBef>
              <a:spcAft>
                <a:spcPts val="0"/>
              </a:spcAft>
              <a:buSzPts val="1500"/>
              <a:buChar char="4"/>
              <a:defRPr sz="2000"/>
            </a:lvl3pPr>
            <a:lvl4pPr marL="1828800" lvl="3" indent="-342900" algn="l">
              <a:spcBef>
                <a:spcPts val="630"/>
              </a:spcBef>
              <a:spcAft>
                <a:spcPts val="0"/>
              </a:spcAft>
              <a:buSzPts val="1800"/>
              <a:buFont typeface="Helvetica Neue"/>
              <a:buChar char="–"/>
              <a:defRPr sz="1800"/>
            </a:lvl4pPr>
            <a:lvl5pPr marL="2286000" lvl="4" indent="-314325" algn="l">
              <a:spcBef>
                <a:spcPts val="630"/>
              </a:spcBef>
              <a:spcAft>
                <a:spcPts val="0"/>
              </a:spcAft>
              <a:buSzPts val="1350"/>
              <a:buFont typeface="Helvetica Neue"/>
              <a:buChar char="»"/>
              <a:defRPr sz="1800"/>
            </a:lvl5pPr>
            <a:lvl6pPr marL="2743200" lvl="5" indent="-314325" algn="l">
              <a:spcBef>
                <a:spcPts val="630"/>
              </a:spcBef>
              <a:spcAft>
                <a:spcPts val="0"/>
              </a:spcAft>
              <a:buSzPts val="1350"/>
              <a:buFont typeface="Helvetica Neue"/>
              <a:buChar char="»"/>
              <a:defRPr sz="1800"/>
            </a:lvl6pPr>
            <a:lvl7pPr marL="3200400" lvl="6" indent="-314325" algn="l">
              <a:spcBef>
                <a:spcPts val="630"/>
              </a:spcBef>
              <a:spcAft>
                <a:spcPts val="0"/>
              </a:spcAft>
              <a:buSzPts val="1350"/>
              <a:buFont typeface="Helvetica Neue"/>
              <a:buChar char="»"/>
              <a:defRPr sz="1800"/>
            </a:lvl7pPr>
            <a:lvl8pPr marL="3657600" lvl="7" indent="-314325" algn="l">
              <a:spcBef>
                <a:spcPts val="630"/>
              </a:spcBef>
              <a:spcAft>
                <a:spcPts val="0"/>
              </a:spcAft>
              <a:buSzPts val="1350"/>
              <a:buFont typeface="Helvetica Neue"/>
              <a:buChar char="»"/>
              <a:defRPr sz="1800"/>
            </a:lvl8pPr>
            <a:lvl9pPr marL="4114800" lvl="8" indent="-314325" algn="l">
              <a:spcBef>
                <a:spcPts val="630"/>
              </a:spcBef>
              <a:spcAft>
                <a:spcPts val="0"/>
              </a:spcAft>
              <a:buSzPts val="1350"/>
              <a:buFont typeface="Helvetica Neue"/>
              <a:buChar char="»"/>
              <a:defRPr sz="1800"/>
            </a:lvl9pPr>
          </a:lstStyle>
          <a:p>
            <a:endParaRPr/>
          </a:p>
        </p:txBody>
      </p:sp>
      <p:sp>
        <p:nvSpPr>
          <p:cNvPr id="71" name="Google Shape;71;p12"/>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1pPr>
            <a:lvl2pPr marL="0" marR="0" lvl="1"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2pPr>
            <a:lvl3pPr marL="0" marR="0" lvl="2"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3pPr>
            <a:lvl4pPr marL="0" marR="0" lvl="3"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4pPr>
            <a:lvl5pPr marL="0" marR="0" lvl="4"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5pPr>
            <a:lvl6pPr marL="0" marR="0" lvl="5"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6pPr>
            <a:lvl7pPr marL="0" marR="0" lvl="6"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7pPr>
            <a:lvl8pPr marL="0" marR="0" lvl="7"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8pPr>
            <a:lvl9pPr marL="0" marR="0" lvl="8"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72"/>
        <p:cNvGrpSpPr/>
        <p:nvPr/>
      </p:nvGrpSpPr>
      <p:grpSpPr>
        <a:xfrm>
          <a:off x="0" y="0"/>
          <a:ext cx="0" cy="0"/>
          <a:chOff x="0" y="0"/>
          <a:chExt cx="0" cy="0"/>
        </a:xfrm>
      </p:grpSpPr>
      <p:sp>
        <p:nvSpPr>
          <p:cNvPr id="73" name="Google Shape;73;p13"/>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4000" b="1" cap="none"/>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74" name="Google Shape;74;p13"/>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Autofit/>
          </a:bodyPr>
          <a:lstStyle>
            <a:lvl1pPr marL="457200" lvl="0" indent="-228600" algn="l">
              <a:spcBef>
                <a:spcPts val="700"/>
              </a:spcBef>
              <a:spcAft>
                <a:spcPts val="0"/>
              </a:spcAft>
              <a:buSzPts val="1800"/>
              <a:buNone/>
              <a:defRPr sz="2000"/>
            </a:lvl1pPr>
            <a:lvl2pPr marL="914400" lvl="1" indent="-228600" algn="l">
              <a:spcBef>
                <a:spcPts val="630"/>
              </a:spcBef>
              <a:spcAft>
                <a:spcPts val="0"/>
              </a:spcAft>
              <a:buSzPts val="1440"/>
              <a:buNone/>
              <a:defRPr sz="1800"/>
            </a:lvl2pPr>
            <a:lvl3pPr marL="1371600" lvl="2" indent="-228600" algn="l">
              <a:spcBef>
                <a:spcPts val="560"/>
              </a:spcBef>
              <a:spcAft>
                <a:spcPts val="0"/>
              </a:spcAft>
              <a:buSzPts val="1200"/>
              <a:buNone/>
              <a:defRPr sz="1600"/>
            </a:lvl3pPr>
            <a:lvl4pPr marL="1828800" lvl="3" indent="-228600" algn="l">
              <a:spcBef>
                <a:spcPts val="490"/>
              </a:spcBef>
              <a:spcAft>
                <a:spcPts val="0"/>
              </a:spcAft>
              <a:buSzPts val="1400"/>
              <a:buFont typeface="Helvetica Neue"/>
              <a:buNone/>
              <a:defRPr sz="1400"/>
            </a:lvl4pPr>
            <a:lvl5pPr marL="2286000" lvl="4" indent="-228600" algn="l">
              <a:spcBef>
                <a:spcPts val="490"/>
              </a:spcBef>
              <a:spcAft>
                <a:spcPts val="0"/>
              </a:spcAft>
              <a:buSzPts val="1050"/>
              <a:buFont typeface="Helvetica Neue"/>
              <a:buNone/>
              <a:defRPr sz="1400"/>
            </a:lvl5pPr>
            <a:lvl6pPr marL="2743200" lvl="5" indent="-228600" algn="l">
              <a:spcBef>
                <a:spcPts val="490"/>
              </a:spcBef>
              <a:spcAft>
                <a:spcPts val="0"/>
              </a:spcAft>
              <a:buSzPts val="1050"/>
              <a:buFont typeface="Helvetica Neue"/>
              <a:buNone/>
              <a:defRPr sz="1400"/>
            </a:lvl6pPr>
            <a:lvl7pPr marL="3200400" lvl="6" indent="-228600" algn="l">
              <a:spcBef>
                <a:spcPts val="490"/>
              </a:spcBef>
              <a:spcAft>
                <a:spcPts val="0"/>
              </a:spcAft>
              <a:buSzPts val="1050"/>
              <a:buFont typeface="Helvetica Neue"/>
              <a:buNone/>
              <a:defRPr sz="1400"/>
            </a:lvl7pPr>
            <a:lvl8pPr marL="3657600" lvl="7" indent="-228600" algn="l">
              <a:spcBef>
                <a:spcPts val="490"/>
              </a:spcBef>
              <a:spcAft>
                <a:spcPts val="0"/>
              </a:spcAft>
              <a:buSzPts val="1050"/>
              <a:buFont typeface="Helvetica Neue"/>
              <a:buNone/>
              <a:defRPr sz="1400"/>
            </a:lvl8pPr>
            <a:lvl9pPr marL="4114800" lvl="8" indent="-228600" algn="l">
              <a:spcBef>
                <a:spcPts val="490"/>
              </a:spcBef>
              <a:spcAft>
                <a:spcPts val="0"/>
              </a:spcAft>
              <a:buSzPts val="1050"/>
              <a:buFont typeface="Helvetica Neue"/>
              <a:buNone/>
              <a:defRPr sz="1400"/>
            </a:lvl9pPr>
          </a:lstStyle>
          <a:p>
            <a:endParaRPr/>
          </a:p>
        </p:txBody>
      </p:sp>
      <p:sp>
        <p:nvSpPr>
          <p:cNvPr id="75" name="Google Shape;75;p13"/>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1pPr>
            <a:lvl2pPr marL="0" marR="0" lvl="1"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2pPr>
            <a:lvl3pPr marL="0" marR="0" lvl="2"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3pPr>
            <a:lvl4pPr marL="0" marR="0" lvl="3"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4pPr>
            <a:lvl5pPr marL="0" marR="0" lvl="4"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5pPr>
            <a:lvl6pPr marL="0" marR="0" lvl="5"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6pPr>
            <a:lvl7pPr marL="0" marR="0" lvl="6"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7pPr>
            <a:lvl8pPr marL="0" marR="0" lvl="7"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8pPr>
            <a:lvl9pPr marL="0" marR="0" lvl="8" indent="0" algn="r">
              <a:lnSpc>
                <a:spcPct val="100000"/>
              </a:lnSpc>
              <a:spcBef>
                <a:spcPts val="0"/>
              </a:spcBef>
              <a:spcAft>
                <a:spcPts val="0"/>
              </a:spcAft>
              <a:buClr>
                <a:schemeClr val="lt2"/>
              </a:buClr>
              <a:buSzPts val="1400"/>
              <a:buFont typeface="Times New Roman"/>
              <a:buNone/>
              <a:defRPr sz="1400" b="0" i="0" u="none">
                <a:solidFill>
                  <a:schemeClr val="lt2"/>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hyperlink" Target="http://www.db-book.com/" TargetMode="External"/><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2.jpg"/><Relationship Id="rId4" Type="http://schemas.openxmlformats.org/officeDocument/2006/relationships/image" Target="../media/image1.jp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3" Type="http://schemas.openxmlformats.org/officeDocument/2006/relationships/slideLayout" Target="../slideLayouts/slideLayout4.xml"/><Relationship Id="rId7" Type="http://schemas.openxmlformats.org/officeDocument/2006/relationships/slideLayout" Target="../slideLayouts/slideLayout8.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image" Target="../media/image2.jpg"/><Relationship Id="rId5" Type="http://schemas.openxmlformats.org/officeDocument/2006/relationships/slideLayout" Target="../slideLayouts/slideLayout6.xml"/><Relationship Id="rId10" Type="http://schemas.openxmlformats.org/officeDocument/2006/relationships/image" Target="../media/image1.jpg"/><Relationship Id="rId4" Type="http://schemas.openxmlformats.org/officeDocument/2006/relationships/slideLayout" Target="../slideLayouts/slideLayout5.xml"/><Relationship Id="rId9"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DDDDDD"/>
            </a:gs>
            <a:gs pos="100000">
              <a:srgbClr val="F8F8F8"/>
            </a:gs>
          </a:gsLst>
          <a:lin ang="5400000" scaled="0"/>
        </a:gradFill>
        <a:effectLst/>
      </p:bgPr>
    </p:bg>
    <p:spTree>
      <p:nvGrpSpPr>
        <p:cNvPr id="1" name="Shape 9"/>
        <p:cNvGrpSpPr/>
        <p:nvPr/>
      </p:nvGrpSpPr>
      <p:grpSpPr>
        <a:xfrm>
          <a:off x="0" y="0"/>
          <a:ext cx="0" cy="0"/>
          <a:chOff x="0" y="0"/>
          <a:chExt cx="0" cy="0"/>
        </a:xfrm>
      </p:grpSpPr>
      <p:sp>
        <p:nvSpPr>
          <p:cNvPr id="10" name="Google Shape;10;p1"/>
          <p:cNvSpPr/>
          <p:nvPr/>
        </p:nvSpPr>
        <p:spPr>
          <a:xfrm>
            <a:off x="1524000" y="1397000"/>
            <a:ext cx="6096000" cy="4064000"/>
          </a:xfrm>
          <a:prstGeom prst="rect">
            <a:avLst/>
          </a:prstGeom>
          <a:noFill/>
          <a:ln>
            <a:noFill/>
          </a:ln>
        </p:spPr>
      </p:sp>
      <p:sp>
        <p:nvSpPr>
          <p:cNvPr id="11" name="Google Shape;11;p1"/>
          <p:cNvSpPr txBox="1"/>
          <p:nvPr/>
        </p:nvSpPr>
        <p:spPr>
          <a:xfrm>
            <a:off x="2673350" y="5726112"/>
            <a:ext cx="3694112" cy="79375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chemeClr val="dk2"/>
              </a:buClr>
              <a:buSzPts val="1600"/>
              <a:buFont typeface="Helvetica Neue"/>
              <a:buNone/>
            </a:pPr>
            <a:r>
              <a:rPr lang="en-US" sz="1600" b="1" i="0" u="none" strike="noStrike" cap="none">
                <a:solidFill>
                  <a:schemeClr val="dk2"/>
                </a:solidFill>
                <a:latin typeface="Helvetica Neue"/>
                <a:ea typeface="Helvetica Neue"/>
                <a:cs typeface="Helvetica Neue"/>
                <a:sym typeface="Helvetica Neue"/>
              </a:rPr>
              <a:t>Database System Concepts, 5th Ed</a:t>
            </a:r>
            <a:r>
              <a:rPr lang="en-US" sz="1600" b="0" i="0" u="none" strike="noStrike" cap="none">
                <a:solidFill>
                  <a:schemeClr val="dk1"/>
                </a:solidFill>
                <a:latin typeface="Helvetica Neue"/>
                <a:ea typeface="Helvetica Neue"/>
                <a:cs typeface="Helvetica Neue"/>
                <a:sym typeface="Helvetica Neue"/>
              </a:rPr>
              <a:t>.</a:t>
            </a:r>
            <a:endParaRPr/>
          </a:p>
          <a:p>
            <a:pPr marL="0" marR="0" lvl="0" indent="0" algn="ctr" rtl="0">
              <a:lnSpc>
                <a:spcPct val="100000"/>
              </a:lnSpc>
              <a:spcBef>
                <a:spcPts val="600"/>
              </a:spcBef>
              <a:spcAft>
                <a:spcPts val="0"/>
              </a:spcAft>
              <a:buClr>
                <a:schemeClr val="dk2"/>
              </a:buClr>
              <a:buSzPts val="1200"/>
              <a:buFont typeface="Helvetica Neue"/>
              <a:buNone/>
            </a:pPr>
            <a:r>
              <a:rPr lang="en-US" sz="1200" b="1" i="0" u="none" strike="noStrike" cap="none">
                <a:solidFill>
                  <a:schemeClr val="dk2"/>
                </a:solidFill>
                <a:latin typeface="Helvetica Neue"/>
                <a:ea typeface="Helvetica Neue"/>
                <a:cs typeface="Helvetica Neue"/>
                <a:sym typeface="Helvetica Neue"/>
              </a:rPr>
              <a:t>©Silberschatz, Korth and Sudarshan</a:t>
            </a:r>
            <a:br>
              <a:rPr lang="en-US" sz="1200" b="1" i="0" u="none" strike="noStrike" cap="none">
                <a:solidFill>
                  <a:schemeClr val="dk2"/>
                </a:solidFill>
                <a:latin typeface="Helvetica Neue"/>
                <a:ea typeface="Helvetica Neue"/>
                <a:cs typeface="Helvetica Neue"/>
                <a:sym typeface="Helvetica Neue"/>
              </a:rPr>
            </a:br>
            <a:r>
              <a:rPr lang="en-US" sz="1200" b="1" i="0" u="none" strike="noStrike" cap="none">
                <a:solidFill>
                  <a:schemeClr val="dk2"/>
                </a:solidFill>
                <a:latin typeface="Helvetica Neue"/>
                <a:ea typeface="Helvetica Neue"/>
                <a:cs typeface="Helvetica Neue"/>
                <a:sym typeface="Helvetica Neue"/>
              </a:rPr>
              <a:t>See </a:t>
            </a:r>
            <a:r>
              <a:rPr lang="en-US" sz="1200" b="1" i="0" u="sng" strike="noStrike" cap="none">
                <a:solidFill>
                  <a:schemeClr val="hlink"/>
                </a:solidFill>
                <a:latin typeface="Helvetica Neue"/>
                <a:ea typeface="Helvetica Neue"/>
                <a:cs typeface="Helvetica Neue"/>
                <a:sym typeface="Helvetica Neue"/>
                <a:hlinkClick r:id="rId3"/>
              </a:rPr>
              <a:t>www.db-book.com</a:t>
            </a:r>
            <a:r>
              <a:rPr lang="en-US" sz="1200" b="1" i="0" u="none" strike="noStrike" cap="none">
                <a:solidFill>
                  <a:schemeClr val="dk2"/>
                </a:solidFill>
                <a:latin typeface="Helvetica Neue"/>
                <a:ea typeface="Helvetica Neue"/>
                <a:cs typeface="Helvetica Neue"/>
                <a:sym typeface="Helvetica Neue"/>
              </a:rPr>
              <a:t> for conditions on re-use </a:t>
            </a:r>
            <a:endParaRPr/>
          </a:p>
        </p:txBody>
      </p:sp>
      <p:pic>
        <p:nvPicPr>
          <p:cNvPr id="12" name="Google Shape;12;p1" descr="Icon11"/>
          <p:cNvPicPr preferRelativeResize="0"/>
          <p:nvPr/>
        </p:nvPicPr>
        <p:blipFill rotWithShape="1">
          <a:blip r:embed="rId4">
            <a:alphaModFix/>
          </a:blip>
          <a:srcRect/>
          <a:stretch/>
        </p:blipFill>
        <p:spPr>
          <a:xfrm>
            <a:off x="0" y="0"/>
            <a:ext cx="558800" cy="742950"/>
          </a:xfrm>
          <a:prstGeom prst="rect">
            <a:avLst/>
          </a:prstGeom>
          <a:noFill/>
          <a:ln>
            <a:noFill/>
          </a:ln>
        </p:spPr>
      </p:pic>
      <p:pic>
        <p:nvPicPr>
          <p:cNvPr id="13" name="Google Shape;13;p1" descr="PH01266J"/>
          <p:cNvPicPr preferRelativeResize="0"/>
          <p:nvPr/>
        </p:nvPicPr>
        <p:blipFill rotWithShape="1">
          <a:blip r:embed="rId5">
            <a:alphaModFix/>
          </a:blip>
          <a:srcRect b="26144"/>
          <a:stretch/>
        </p:blipFill>
        <p:spPr>
          <a:xfrm>
            <a:off x="8528050" y="6053137"/>
            <a:ext cx="615950" cy="614362"/>
          </a:xfrm>
          <a:prstGeom prst="rect">
            <a:avLst/>
          </a:prstGeom>
          <a:noFill/>
          <a:ln>
            <a:noFill/>
          </a:ln>
        </p:spPr>
      </p:pic>
      <p:sp>
        <p:nvSpPr>
          <p:cNvPr id="14" name="Google Shape;14;p1"/>
          <p:cNvSpPr txBox="1">
            <a:spLocks noGrp="1"/>
          </p:cNvSpPr>
          <p:nvPr>
            <p:ph type="body" idx="1"/>
          </p:nvPr>
        </p:nvSpPr>
        <p:spPr>
          <a:xfrm>
            <a:off x="914400" y="1106487"/>
            <a:ext cx="7661275" cy="4903787"/>
          </a:xfrm>
          <a:prstGeom prst="rect">
            <a:avLst/>
          </a:prstGeom>
          <a:noFill/>
          <a:ln>
            <a:noFill/>
          </a:ln>
        </p:spPr>
        <p:txBody>
          <a:bodyPr spcFirstLastPara="1" wrap="square" lIns="91425" tIns="45700" rIns="91425" bIns="45700" anchor="t" anchorCtr="0">
            <a:noAutofit/>
          </a:bodyPr>
          <a:lstStyle>
            <a:lvl1pPr marL="457200" marR="0" lvl="0" indent="-331470" algn="l" rtl="0">
              <a:spcBef>
                <a:spcPts val="630"/>
              </a:spcBef>
              <a:spcAft>
                <a:spcPts val="0"/>
              </a:spcAft>
              <a:buClr>
                <a:schemeClr val="dk2"/>
              </a:buClr>
              <a:buSzPts val="1620"/>
              <a:buFont typeface="Arial"/>
              <a:buChar char="●"/>
              <a:defRPr sz="1800" b="0" i="0" u="none" strike="noStrike" cap="none">
                <a:solidFill>
                  <a:schemeClr val="dk1"/>
                </a:solidFill>
                <a:latin typeface="Helvetica Neue"/>
                <a:ea typeface="Helvetica Neue"/>
                <a:cs typeface="Helvetica Neue"/>
                <a:sym typeface="Helvetica Neue"/>
              </a:defRPr>
            </a:lvl1pPr>
            <a:lvl2pPr marL="914400" marR="0" lvl="1" indent="-320040" algn="l" rtl="0">
              <a:spcBef>
                <a:spcPts val="630"/>
              </a:spcBef>
              <a:spcAft>
                <a:spcPts val="0"/>
              </a:spcAft>
              <a:buClr>
                <a:schemeClr val="hlink"/>
              </a:buClr>
              <a:buSzPts val="1440"/>
              <a:buFont typeface="Arial"/>
              <a:buChar char="●"/>
              <a:defRPr sz="1800" b="0" i="0" u="none" strike="noStrike" cap="none">
                <a:solidFill>
                  <a:schemeClr val="dk1"/>
                </a:solidFill>
                <a:latin typeface="Helvetica Neue"/>
                <a:ea typeface="Helvetica Neue"/>
                <a:cs typeface="Helvetica Neue"/>
                <a:sym typeface="Helvetica Neue"/>
              </a:defRPr>
            </a:lvl2pPr>
            <a:lvl3pPr marL="1371600" marR="0" lvl="2" indent="-314325" algn="l" rtl="0">
              <a:spcBef>
                <a:spcPts val="630"/>
              </a:spcBef>
              <a:spcAft>
                <a:spcPts val="0"/>
              </a:spcAft>
              <a:buClr>
                <a:srgbClr val="33CC33"/>
              </a:buClr>
              <a:buSzPts val="1350"/>
              <a:buFont typeface="Arimo"/>
              <a:buChar char="4"/>
              <a:defRPr sz="1800" b="0" i="0" u="none" strike="noStrike" cap="none">
                <a:solidFill>
                  <a:schemeClr val="dk1"/>
                </a:solidFill>
                <a:latin typeface="Helvetica Neue"/>
                <a:ea typeface="Helvetica Neue"/>
                <a:cs typeface="Helvetica Neue"/>
                <a:sym typeface="Helvetica Neue"/>
              </a:defRPr>
            </a:lvl3pPr>
            <a:lvl4pPr marL="1828800" marR="0" lvl="3" indent="-342900" algn="l" rtl="0">
              <a:spcBef>
                <a:spcPts val="630"/>
              </a:spcBef>
              <a:spcAft>
                <a:spcPts val="0"/>
              </a:spcAft>
              <a:buClr>
                <a:schemeClr val="hlink"/>
              </a:buClr>
              <a:buSzPts val="1800"/>
              <a:buFont typeface="Helvetica Neue"/>
              <a:buChar char="–"/>
              <a:defRPr sz="1800" b="0" i="0" u="none" strike="noStrike" cap="none">
                <a:solidFill>
                  <a:schemeClr val="dk1"/>
                </a:solidFill>
                <a:latin typeface="Helvetica Neue"/>
                <a:ea typeface="Helvetica Neue"/>
                <a:cs typeface="Helvetica Neue"/>
                <a:sym typeface="Helvetica Neue"/>
              </a:defRPr>
            </a:lvl4pPr>
            <a:lvl5pPr marL="2286000" marR="0" lvl="4" indent="-314325" algn="l" rtl="0">
              <a:spcBef>
                <a:spcPts val="630"/>
              </a:spcBef>
              <a:spcAft>
                <a:spcPts val="0"/>
              </a:spcAft>
              <a:buClr>
                <a:schemeClr val="dk2"/>
              </a:buClr>
              <a:buSzPts val="1350"/>
              <a:buFont typeface="Helvetica Neue"/>
              <a:buChar char="»"/>
              <a:defRPr sz="1800" b="0" i="0" u="none" strike="noStrike" cap="none">
                <a:solidFill>
                  <a:schemeClr val="dk1"/>
                </a:solidFill>
                <a:latin typeface="Helvetica Neue"/>
                <a:ea typeface="Helvetica Neue"/>
                <a:cs typeface="Helvetica Neue"/>
                <a:sym typeface="Helvetica Neue"/>
              </a:defRPr>
            </a:lvl5pPr>
            <a:lvl6pPr marL="2743200" marR="0" lvl="5" indent="-314325" algn="l" rtl="0">
              <a:spcBef>
                <a:spcPts val="630"/>
              </a:spcBef>
              <a:spcAft>
                <a:spcPts val="0"/>
              </a:spcAft>
              <a:buClr>
                <a:schemeClr val="dk2"/>
              </a:buClr>
              <a:buSzPts val="1350"/>
              <a:buFont typeface="Helvetica Neue"/>
              <a:buChar char="»"/>
              <a:defRPr sz="1800" b="0" i="0" u="none" strike="noStrike" cap="none">
                <a:solidFill>
                  <a:schemeClr val="dk1"/>
                </a:solidFill>
                <a:latin typeface="Helvetica Neue"/>
                <a:ea typeface="Helvetica Neue"/>
                <a:cs typeface="Helvetica Neue"/>
                <a:sym typeface="Helvetica Neue"/>
              </a:defRPr>
            </a:lvl6pPr>
            <a:lvl7pPr marL="3200400" marR="0" lvl="6" indent="-314325" algn="l" rtl="0">
              <a:spcBef>
                <a:spcPts val="630"/>
              </a:spcBef>
              <a:spcAft>
                <a:spcPts val="0"/>
              </a:spcAft>
              <a:buClr>
                <a:schemeClr val="dk2"/>
              </a:buClr>
              <a:buSzPts val="1350"/>
              <a:buFont typeface="Helvetica Neue"/>
              <a:buChar char="»"/>
              <a:defRPr sz="1800" b="0" i="0" u="none" strike="noStrike" cap="none">
                <a:solidFill>
                  <a:schemeClr val="dk1"/>
                </a:solidFill>
                <a:latin typeface="Helvetica Neue"/>
                <a:ea typeface="Helvetica Neue"/>
                <a:cs typeface="Helvetica Neue"/>
                <a:sym typeface="Helvetica Neue"/>
              </a:defRPr>
            </a:lvl7pPr>
            <a:lvl8pPr marL="3657600" marR="0" lvl="7" indent="-314325" algn="l" rtl="0">
              <a:spcBef>
                <a:spcPts val="630"/>
              </a:spcBef>
              <a:spcAft>
                <a:spcPts val="0"/>
              </a:spcAft>
              <a:buClr>
                <a:schemeClr val="dk2"/>
              </a:buClr>
              <a:buSzPts val="1350"/>
              <a:buFont typeface="Helvetica Neue"/>
              <a:buChar char="»"/>
              <a:defRPr sz="1800" b="0" i="0" u="none" strike="noStrike" cap="none">
                <a:solidFill>
                  <a:schemeClr val="dk1"/>
                </a:solidFill>
                <a:latin typeface="Helvetica Neue"/>
                <a:ea typeface="Helvetica Neue"/>
                <a:cs typeface="Helvetica Neue"/>
                <a:sym typeface="Helvetica Neue"/>
              </a:defRPr>
            </a:lvl8pPr>
            <a:lvl9pPr marL="4114800" marR="0" lvl="8" indent="-314325" algn="l" rtl="0">
              <a:spcBef>
                <a:spcPts val="630"/>
              </a:spcBef>
              <a:spcAft>
                <a:spcPts val="0"/>
              </a:spcAft>
              <a:buClr>
                <a:schemeClr val="dk2"/>
              </a:buClr>
              <a:buSzPts val="1350"/>
              <a:buFont typeface="Helvetica Neue"/>
              <a:buChar char="»"/>
              <a:defRPr sz="1800" b="0" i="0" u="none" strike="noStrike" cap="none">
                <a:solidFill>
                  <a:schemeClr val="dk1"/>
                </a:solidFill>
                <a:latin typeface="Helvetica Neue"/>
                <a:ea typeface="Helvetica Neue"/>
                <a:cs typeface="Helvetica Neue"/>
                <a:sym typeface="Helvetica Neue"/>
              </a:defRPr>
            </a:lvl9pPr>
          </a:lstStyle>
          <a:p>
            <a:endParaRPr/>
          </a:p>
        </p:txBody>
      </p:sp>
      <p:sp>
        <p:nvSpPr>
          <p:cNvPr id="15" name="Google Shape;15;p1"/>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lvl1pPr marR="0" lvl="0" algn="ctr" rtl="0">
              <a:spcBef>
                <a:spcPts val="0"/>
              </a:spcBef>
              <a:spcAft>
                <a:spcPts val="0"/>
              </a:spcAft>
              <a:buSzPts val="1400"/>
              <a:buNone/>
              <a:defRPr sz="3200" b="1" i="0" u="none" strike="noStrike" cap="none">
                <a:solidFill>
                  <a:schemeClr val="dk2"/>
                </a:solidFill>
                <a:latin typeface="Helvetica Neue"/>
                <a:ea typeface="Helvetica Neue"/>
                <a:cs typeface="Helvetica Neue"/>
                <a:sym typeface="Helvetica Neue"/>
              </a:defRPr>
            </a:lvl1pPr>
            <a:lvl2pPr marR="0" lvl="1" algn="ctr" rtl="0">
              <a:spcBef>
                <a:spcPts val="0"/>
              </a:spcBef>
              <a:spcAft>
                <a:spcPts val="0"/>
              </a:spcAft>
              <a:buSzPts val="1400"/>
              <a:buNone/>
              <a:defRPr sz="3200" b="1" i="0" u="none" strike="noStrike" cap="none">
                <a:solidFill>
                  <a:schemeClr val="dk2"/>
                </a:solidFill>
                <a:latin typeface="Helvetica Neue"/>
                <a:ea typeface="Helvetica Neue"/>
                <a:cs typeface="Helvetica Neue"/>
                <a:sym typeface="Helvetica Neue"/>
              </a:defRPr>
            </a:lvl2pPr>
            <a:lvl3pPr marR="0" lvl="2" algn="ctr" rtl="0">
              <a:spcBef>
                <a:spcPts val="0"/>
              </a:spcBef>
              <a:spcAft>
                <a:spcPts val="0"/>
              </a:spcAft>
              <a:buSzPts val="1400"/>
              <a:buNone/>
              <a:defRPr sz="3200" b="1" i="0" u="none" strike="noStrike" cap="none">
                <a:solidFill>
                  <a:schemeClr val="dk2"/>
                </a:solidFill>
                <a:latin typeface="Helvetica Neue"/>
                <a:ea typeface="Helvetica Neue"/>
                <a:cs typeface="Helvetica Neue"/>
                <a:sym typeface="Helvetica Neue"/>
              </a:defRPr>
            </a:lvl3pPr>
            <a:lvl4pPr marR="0" lvl="3" algn="ctr" rtl="0">
              <a:spcBef>
                <a:spcPts val="0"/>
              </a:spcBef>
              <a:spcAft>
                <a:spcPts val="0"/>
              </a:spcAft>
              <a:buSzPts val="1400"/>
              <a:buNone/>
              <a:defRPr sz="3200" b="1" i="0" u="none" strike="noStrike" cap="none">
                <a:solidFill>
                  <a:schemeClr val="dk2"/>
                </a:solidFill>
                <a:latin typeface="Helvetica Neue"/>
                <a:ea typeface="Helvetica Neue"/>
                <a:cs typeface="Helvetica Neue"/>
                <a:sym typeface="Helvetica Neue"/>
              </a:defRPr>
            </a:lvl4pPr>
            <a:lvl5pPr marR="0" lvl="4" algn="ctr" rtl="0">
              <a:spcBef>
                <a:spcPts val="0"/>
              </a:spcBef>
              <a:spcAft>
                <a:spcPts val="0"/>
              </a:spcAft>
              <a:buSzPts val="1400"/>
              <a:buNone/>
              <a:defRPr sz="3200" b="1" i="0" u="none" strike="noStrike" cap="none">
                <a:solidFill>
                  <a:schemeClr val="dk2"/>
                </a:solidFill>
                <a:latin typeface="Helvetica Neue"/>
                <a:ea typeface="Helvetica Neue"/>
                <a:cs typeface="Helvetica Neue"/>
                <a:sym typeface="Helvetica Neue"/>
              </a:defRPr>
            </a:lvl5pPr>
            <a:lvl6pPr marR="0" lvl="5" algn="ctr" rtl="0">
              <a:spcBef>
                <a:spcPts val="0"/>
              </a:spcBef>
              <a:spcAft>
                <a:spcPts val="0"/>
              </a:spcAft>
              <a:buSzPts val="1400"/>
              <a:buNone/>
              <a:defRPr sz="3200" b="1" i="0" u="none" strike="noStrike" cap="none">
                <a:solidFill>
                  <a:schemeClr val="dk2"/>
                </a:solidFill>
                <a:latin typeface="Helvetica Neue"/>
                <a:ea typeface="Helvetica Neue"/>
                <a:cs typeface="Helvetica Neue"/>
                <a:sym typeface="Helvetica Neue"/>
              </a:defRPr>
            </a:lvl6pPr>
            <a:lvl7pPr marR="0" lvl="6" algn="ctr" rtl="0">
              <a:spcBef>
                <a:spcPts val="0"/>
              </a:spcBef>
              <a:spcAft>
                <a:spcPts val="0"/>
              </a:spcAft>
              <a:buSzPts val="1400"/>
              <a:buNone/>
              <a:defRPr sz="3200" b="1" i="0" u="none" strike="noStrike" cap="none">
                <a:solidFill>
                  <a:schemeClr val="dk2"/>
                </a:solidFill>
                <a:latin typeface="Helvetica Neue"/>
                <a:ea typeface="Helvetica Neue"/>
                <a:cs typeface="Helvetica Neue"/>
                <a:sym typeface="Helvetica Neue"/>
              </a:defRPr>
            </a:lvl7pPr>
            <a:lvl8pPr marR="0" lvl="7" algn="ctr" rtl="0">
              <a:spcBef>
                <a:spcPts val="0"/>
              </a:spcBef>
              <a:spcAft>
                <a:spcPts val="0"/>
              </a:spcAft>
              <a:buSzPts val="1400"/>
              <a:buNone/>
              <a:defRPr sz="3200" b="1" i="0" u="none" strike="noStrike" cap="none">
                <a:solidFill>
                  <a:schemeClr val="dk2"/>
                </a:solidFill>
                <a:latin typeface="Helvetica Neue"/>
                <a:ea typeface="Helvetica Neue"/>
                <a:cs typeface="Helvetica Neue"/>
                <a:sym typeface="Helvetica Neue"/>
              </a:defRPr>
            </a:lvl8pPr>
            <a:lvl9pPr marR="0" lvl="8" algn="ctr" rtl="0">
              <a:spcBef>
                <a:spcPts val="0"/>
              </a:spcBef>
              <a:spcAft>
                <a:spcPts val="0"/>
              </a:spcAft>
              <a:buSzPts val="1400"/>
              <a:buNone/>
              <a:defRPr sz="3200" b="1" i="0" u="none" strike="noStrike" cap="none">
                <a:solidFill>
                  <a:schemeClr val="dk2"/>
                </a:solidFill>
                <a:latin typeface="Helvetica Neue"/>
                <a:ea typeface="Helvetica Neue"/>
                <a:cs typeface="Helvetica Neue"/>
                <a:sym typeface="Helvetica Neue"/>
              </a:defRPr>
            </a:lvl9pPr>
          </a:lstStyle>
          <a:p>
            <a:endParaRPr/>
          </a:p>
        </p:txBody>
      </p:sp>
      <p:sp>
        <p:nvSpPr>
          <p:cNvPr id="16" name="Google Shape;16;p1"/>
          <p:cNvSpPr txBox="1">
            <a:spLocks noGrp="1"/>
          </p:cNvSpPr>
          <p:nvPr>
            <p:ph type="ftr" idx="11"/>
          </p:nvPr>
        </p:nvSpPr>
        <p:spPr>
          <a:xfrm>
            <a:off x="2862262" y="5780087"/>
            <a:ext cx="3448050" cy="457200"/>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SzPts val="1400"/>
              <a:buNone/>
              <a:defRPr sz="1600" b="0" i="0" u="none" strike="noStrike" cap="none">
                <a:solidFill>
                  <a:schemeClr val="dk1"/>
                </a:solidFill>
                <a:latin typeface="Helvetica Neue"/>
                <a:ea typeface="Helvetica Neue"/>
                <a:cs typeface="Helvetica Neue"/>
                <a:sym typeface="Helvetica Neue"/>
              </a:defRPr>
            </a:lvl1pPr>
            <a:lvl2pPr marR="0" lvl="1" algn="r" rtl="0">
              <a:lnSpc>
                <a:spcPct val="100000"/>
              </a:lnSpc>
              <a:spcBef>
                <a:spcPts val="0"/>
              </a:spcBef>
              <a:spcAft>
                <a:spcPts val="0"/>
              </a:spcAft>
              <a:buSzPts val="1400"/>
              <a:buNone/>
              <a:defRPr sz="1600" b="0" i="0" u="none" strike="noStrike" cap="none">
                <a:solidFill>
                  <a:schemeClr val="dk1"/>
                </a:solidFill>
                <a:latin typeface="Helvetica Neue"/>
                <a:ea typeface="Helvetica Neue"/>
                <a:cs typeface="Helvetica Neue"/>
                <a:sym typeface="Helvetica Neue"/>
              </a:defRPr>
            </a:lvl2pPr>
            <a:lvl3pPr marR="0" lvl="2" algn="r" rtl="0">
              <a:lnSpc>
                <a:spcPct val="100000"/>
              </a:lnSpc>
              <a:spcBef>
                <a:spcPts val="0"/>
              </a:spcBef>
              <a:spcAft>
                <a:spcPts val="0"/>
              </a:spcAft>
              <a:buSzPts val="1400"/>
              <a:buNone/>
              <a:defRPr sz="1600" b="0" i="0" u="none" strike="noStrike" cap="none">
                <a:solidFill>
                  <a:schemeClr val="dk1"/>
                </a:solidFill>
                <a:latin typeface="Helvetica Neue"/>
                <a:ea typeface="Helvetica Neue"/>
                <a:cs typeface="Helvetica Neue"/>
                <a:sym typeface="Helvetica Neue"/>
              </a:defRPr>
            </a:lvl3pPr>
            <a:lvl4pPr marR="0" lvl="3" algn="r" rtl="0">
              <a:lnSpc>
                <a:spcPct val="100000"/>
              </a:lnSpc>
              <a:spcBef>
                <a:spcPts val="0"/>
              </a:spcBef>
              <a:spcAft>
                <a:spcPts val="0"/>
              </a:spcAft>
              <a:buSzPts val="1400"/>
              <a:buNone/>
              <a:defRPr sz="1600" b="0" i="0" u="none" strike="noStrike" cap="none">
                <a:solidFill>
                  <a:schemeClr val="dk1"/>
                </a:solidFill>
                <a:latin typeface="Helvetica Neue"/>
                <a:ea typeface="Helvetica Neue"/>
                <a:cs typeface="Helvetica Neue"/>
                <a:sym typeface="Helvetica Neue"/>
              </a:defRPr>
            </a:lvl4pPr>
            <a:lvl5pPr marR="0" lvl="4" algn="r" rtl="0">
              <a:lnSpc>
                <a:spcPct val="100000"/>
              </a:lnSpc>
              <a:spcBef>
                <a:spcPts val="0"/>
              </a:spcBef>
              <a:spcAft>
                <a:spcPts val="0"/>
              </a:spcAft>
              <a:buSzPts val="1400"/>
              <a:buNone/>
              <a:defRPr sz="1600" b="0" i="0" u="none" strike="noStrike" cap="none">
                <a:solidFill>
                  <a:schemeClr val="dk1"/>
                </a:solidFill>
                <a:latin typeface="Helvetica Neue"/>
                <a:ea typeface="Helvetica Neue"/>
                <a:cs typeface="Helvetica Neue"/>
                <a:sym typeface="Helvetica Neue"/>
              </a:defRPr>
            </a:lvl5pPr>
            <a:lvl6pPr marR="0" lvl="5" algn="r" rtl="0">
              <a:lnSpc>
                <a:spcPct val="100000"/>
              </a:lnSpc>
              <a:spcBef>
                <a:spcPts val="0"/>
              </a:spcBef>
              <a:spcAft>
                <a:spcPts val="0"/>
              </a:spcAft>
              <a:buSzPts val="1400"/>
              <a:buNone/>
              <a:defRPr sz="1600" b="0" i="0" u="none" strike="noStrike" cap="none">
                <a:solidFill>
                  <a:schemeClr val="dk1"/>
                </a:solidFill>
                <a:latin typeface="Helvetica Neue"/>
                <a:ea typeface="Helvetica Neue"/>
                <a:cs typeface="Helvetica Neue"/>
                <a:sym typeface="Helvetica Neue"/>
              </a:defRPr>
            </a:lvl6pPr>
            <a:lvl7pPr marR="0" lvl="6" algn="r" rtl="0">
              <a:lnSpc>
                <a:spcPct val="100000"/>
              </a:lnSpc>
              <a:spcBef>
                <a:spcPts val="0"/>
              </a:spcBef>
              <a:spcAft>
                <a:spcPts val="0"/>
              </a:spcAft>
              <a:buSzPts val="1400"/>
              <a:buNone/>
              <a:defRPr sz="1600" b="0" i="0" u="none" strike="noStrike" cap="none">
                <a:solidFill>
                  <a:schemeClr val="dk1"/>
                </a:solidFill>
                <a:latin typeface="Helvetica Neue"/>
                <a:ea typeface="Helvetica Neue"/>
                <a:cs typeface="Helvetica Neue"/>
                <a:sym typeface="Helvetica Neue"/>
              </a:defRPr>
            </a:lvl7pPr>
            <a:lvl8pPr marR="0" lvl="7" algn="r" rtl="0">
              <a:lnSpc>
                <a:spcPct val="100000"/>
              </a:lnSpc>
              <a:spcBef>
                <a:spcPts val="0"/>
              </a:spcBef>
              <a:spcAft>
                <a:spcPts val="0"/>
              </a:spcAft>
              <a:buSzPts val="1400"/>
              <a:buNone/>
              <a:defRPr sz="1600" b="0" i="0" u="none" strike="noStrike" cap="none">
                <a:solidFill>
                  <a:schemeClr val="dk1"/>
                </a:solidFill>
                <a:latin typeface="Helvetica Neue"/>
                <a:ea typeface="Helvetica Neue"/>
                <a:cs typeface="Helvetica Neue"/>
                <a:sym typeface="Helvetica Neue"/>
              </a:defRPr>
            </a:lvl8pPr>
            <a:lvl9pPr marR="0" lvl="8" algn="r" rtl="0">
              <a:lnSpc>
                <a:spcPct val="100000"/>
              </a:lnSpc>
              <a:spcBef>
                <a:spcPts val="0"/>
              </a:spcBef>
              <a:spcAft>
                <a:spcPts val="0"/>
              </a:spcAft>
              <a:buSzPts val="1400"/>
              <a:buNone/>
              <a:defRPr sz="1600" b="0" i="0" u="none" strike="noStrike" cap="none">
                <a:solidFill>
                  <a:schemeClr val="dk1"/>
                </a:solidFill>
                <a:latin typeface="Helvetica Neue"/>
                <a:ea typeface="Helvetica Neue"/>
                <a:cs typeface="Helvetica Neue"/>
                <a:sym typeface="Helvetica Neue"/>
              </a:defRPr>
            </a:lvl9pPr>
          </a:lstStyle>
          <a:p>
            <a:endParaRPr/>
          </a:p>
        </p:txBody>
      </p:sp>
      <p:sp>
        <p:nvSpPr>
          <p:cNvPr id="17" name="Google Shape;17;p1"/>
          <p:cNvSpPr txBox="1">
            <a:spLocks noGrp="1"/>
          </p:cNvSpPr>
          <p:nvPr>
            <p:ph type="sldNum" idx="12"/>
          </p:nvPr>
        </p:nvSpPr>
        <p:spPr>
          <a:xfrm>
            <a:off x="6596062" y="6218237"/>
            <a:ext cx="1905000" cy="4572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rgbClr val="578963"/>
              </a:buClr>
              <a:buSzPts val="1400"/>
              <a:buFont typeface="Times New Roman"/>
              <a:buNone/>
              <a:defRPr sz="1400" b="0" i="0" u="none" strike="noStrike" cap="none">
                <a:solidFill>
                  <a:srgbClr val="578963"/>
                </a:solidFill>
                <a:latin typeface="Times New Roman"/>
                <a:ea typeface="Times New Roman"/>
                <a:cs typeface="Times New Roman"/>
                <a:sym typeface="Times New Roman"/>
              </a:defRPr>
            </a:lvl1pPr>
            <a:lvl2pPr marL="0" marR="0" lvl="1" indent="0" algn="r" rtl="0">
              <a:lnSpc>
                <a:spcPct val="100000"/>
              </a:lnSpc>
              <a:spcBef>
                <a:spcPts val="0"/>
              </a:spcBef>
              <a:spcAft>
                <a:spcPts val="0"/>
              </a:spcAft>
              <a:buClr>
                <a:srgbClr val="578963"/>
              </a:buClr>
              <a:buSzPts val="1400"/>
              <a:buFont typeface="Times New Roman"/>
              <a:buNone/>
              <a:defRPr sz="1400" b="0" i="0" u="none" strike="noStrike" cap="none">
                <a:solidFill>
                  <a:srgbClr val="578963"/>
                </a:solidFill>
                <a:latin typeface="Times New Roman"/>
                <a:ea typeface="Times New Roman"/>
                <a:cs typeface="Times New Roman"/>
                <a:sym typeface="Times New Roman"/>
              </a:defRPr>
            </a:lvl2pPr>
            <a:lvl3pPr marL="0" marR="0" lvl="2" indent="0" algn="r" rtl="0">
              <a:lnSpc>
                <a:spcPct val="100000"/>
              </a:lnSpc>
              <a:spcBef>
                <a:spcPts val="0"/>
              </a:spcBef>
              <a:spcAft>
                <a:spcPts val="0"/>
              </a:spcAft>
              <a:buClr>
                <a:srgbClr val="578963"/>
              </a:buClr>
              <a:buSzPts val="1400"/>
              <a:buFont typeface="Times New Roman"/>
              <a:buNone/>
              <a:defRPr sz="1400" b="0" i="0" u="none" strike="noStrike" cap="none">
                <a:solidFill>
                  <a:srgbClr val="578963"/>
                </a:solidFill>
                <a:latin typeface="Times New Roman"/>
                <a:ea typeface="Times New Roman"/>
                <a:cs typeface="Times New Roman"/>
                <a:sym typeface="Times New Roman"/>
              </a:defRPr>
            </a:lvl3pPr>
            <a:lvl4pPr marL="0" marR="0" lvl="3" indent="0" algn="r" rtl="0">
              <a:lnSpc>
                <a:spcPct val="100000"/>
              </a:lnSpc>
              <a:spcBef>
                <a:spcPts val="0"/>
              </a:spcBef>
              <a:spcAft>
                <a:spcPts val="0"/>
              </a:spcAft>
              <a:buClr>
                <a:srgbClr val="578963"/>
              </a:buClr>
              <a:buSzPts val="1400"/>
              <a:buFont typeface="Times New Roman"/>
              <a:buNone/>
              <a:defRPr sz="1400" b="0" i="0" u="none" strike="noStrike" cap="none">
                <a:solidFill>
                  <a:srgbClr val="578963"/>
                </a:solidFill>
                <a:latin typeface="Times New Roman"/>
                <a:ea typeface="Times New Roman"/>
                <a:cs typeface="Times New Roman"/>
                <a:sym typeface="Times New Roman"/>
              </a:defRPr>
            </a:lvl4pPr>
            <a:lvl5pPr marL="0" marR="0" lvl="4" indent="0" algn="r" rtl="0">
              <a:lnSpc>
                <a:spcPct val="100000"/>
              </a:lnSpc>
              <a:spcBef>
                <a:spcPts val="0"/>
              </a:spcBef>
              <a:spcAft>
                <a:spcPts val="0"/>
              </a:spcAft>
              <a:buClr>
                <a:srgbClr val="578963"/>
              </a:buClr>
              <a:buSzPts val="1400"/>
              <a:buFont typeface="Times New Roman"/>
              <a:buNone/>
              <a:defRPr sz="1400" b="0" i="0" u="none" strike="noStrike" cap="none">
                <a:solidFill>
                  <a:srgbClr val="578963"/>
                </a:solidFill>
                <a:latin typeface="Times New Roman"/>
                <a:ea typeface="Times New Roman"/>
                <a:cs typeface="Times New Roman"/>
                <a:sym typeface="Times New Roman"/>
              </a:defRPr>
            </a:lvl5pPr>
            <a:lvl6pPr marL="0" marR="0" lvl="5" indent="0" algn="r" rtl="0">
              <a:lnSpc>
                <a:spcPct val="100000"/>
              </a:lnSpc>
              <a:spcBef>
                <a:spcPts val="0"/>
              </a:spcBef>
              <a:spcAft>
                <a:spcPts val="0"/>
              </a:spcAft>
              <a:buClr>
                <a:srgbClr val="578963"/>
              </a:buClr>
              <a:buSzPts val="1400"/>
              <a:buFont typeface="Times New Roman"/>
              <a:buNone/>
              <a:defRPr sz="1400" b="0" i="0" u="none" strike="noStrike" cap="none">
                <a:solidFill>
                  <a:srgbClr val="578963"/>
                </a:solidFill>
                <a:latin typeface="Times New Roman"/>
                <a:ea typeface="Times New Roman"/>
                <a:cs typeface="Times New Roman"/>
                <a:sym typeface="Times New Roman"/>
              </a:defRPr>
            </a:lvl6pPr>
            <a:lvl7pPr marL="0" marR="0" lvl="6" indent="0" algn="r" rtl="0">
              <a:lnSpc>
                <a:spcPct val="100000"/>
              </a:lnSpc>
              <a:spcBef>
                <a:spcPts val="0"/>
              </a:spcBef>
              <a:spcAft>
                <a:spcPts val="0"/>
              </a:spcAft>
              <a:buClr>
                <a:srgbClr val="578963"/>
              </a:buClr>
              <a:buSzPts val="1400"/>
              <a:buFont typeface="Times New Roman"/>
              <a:buNone/>
              <a:defRPr sz="1400" b="0" i="0" u="none" strike="noStrike" cap="none">
                <a:solidFill>
                  <a:srgbClr val="578963"/>
                </a:solidFill>
                <a:latin typeface="Times New Roman"/>
                <a:ea typeface="Times New Roman"/>
                <a:cs typeface="Times New Roman"/>
                <a:sym typeface="Times New Roman"/>
              </a:defRPr>
            </a:lvl7pPr>
            <a:lvl8pPr marL="0" marR="0" lvl="7" indent="0" algn="r" rtl="0">
              <a:lnSpc>
                <a:spcPct val="100000"/>
              </a:lnSpc>
              <a:spcBef>
                <a:spcPts val="0"/>
              </a:spcBef>
              <a:spcAft>
                <a:spcPts val="0"/>
              </a:spcAft>
              <a:buClr>
                <a:srgbClr val="578963"/>
              </a:buClr>
              <a:buSzPts val="1400"/>
              <a:buFont typeface="Times New Roman"/>
              <a:buNone/>
              <a:defRPr sz="1400" b="0" i="0" u="none" strike="noStrike" cap="none">
                <a:solidFill>
                  <a:srgbClr val="578963"/>
                </a:solidFill>
                <a:latin typeface="Times New Roman"/>
                <a:ea typeface="Times New Roman"/>
                <a:cs typeface="Times New Roman"/>
                <a:sym typeface="Times New Roman"/>
              </a:defRPr>
            </a:lvl8pPr>
            <a:lvl9pPr marL="0" marR="0" lvl="8" indent="0" algn="r" rtl="0">
              <a:lnSpc>
                <a:spcPct val="100000"/>
              </a:lnSpc>
              <a:spcBef>
                <a:spcPts val="0"/>
              </a:spcBef>
              <a:spcAft>
                <a:spcPts val="0"/>
              </a:spcAft>
              <a:buClr>
                <a:srgbClr val="578963"/>
              </a:buClr>
              <a:buSzPts val="1400"/>
              <a:buFont typeface="Times New Roman"/>
              <a:buNone/>
              <a:defRPr sz="1400" b="0" i="0" u="none" strike="noStrike" cap="none">
                <a:solidFill>
                  <a:srgbClr val="578963"/>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a:gsLst>
            <a:gs pos="0">
              <a:srgbClr val="DDDDDD"/>
            </a:gs>
            <a:gs pos="100000">
              <a:srgbClr val="F8F8F8"/>
            </a:gs>
          </a:gsLst>
          <a:lin ang="5400000" scaled="0"/>
        </a:gradFill>
        <a:effectLst/>
      </p:bgPr>
    </p:bg>
    <p:spTree>
      <p:nvGrpSpPr>
        <p:cNvPr id="1" name="Shape 23"/>
        <p:cNvGrpSpPr/>
        <p:nvPr/>
      </p:nvGrpSpPr>
      <p:grpSpPr>
        <a:xfrm>
          <a:off x="0" y="0"/>
          <a:ext cx="0" cy="0"/>
          <a:chOff x="0" y="0"/>
          <a:chExt cx="0" cy="0"/>
        </a:xfrm>
      </p:grpSpPr>
      <p:sp>
        <p:nvSpPr>
          <p:cNvPr id="24" name="Google Shape;24;p3"/>
          <p:cNvSpPr txBox="1">
            <a:spLocks noGrp="1"/>
          </p:cNvSpPr>
          <p:nvPr>
            <p:ph type="body" idx="1"/>
          </p:nvPr>
        </p:nvSpPr>
        <p:spPr>
          <a:xfrm>
            <a:off x="914400" y="1106487"/>
            <a:ext cx="7661275" cy="4903787"/>
          </a:xfrm>
          <a:prstGeom prst="rect">
            <a:avLst/>
          </a:prstGeom>
          <a:noFill/>
          <a:ln>
            <a:noFill/>
          </a:ln>
        </p:spPr>
        <p:txBody>
          <a:bodyPr spcFirstLastPara="1" wrap="square" lIns="91425" tIns="45700" rIns="91425" bIns="45700" anchor="t" anchorCtr="0">
            <a:noAutofit/>
          </a:bodyPr>
          <a:lstStyle>
            <a:lvl1pPr marL="457200" marR="0" lvl="0" indent="-331470" algn="l" rtl="0">
              <a:spcBef>
                <a:spcPts val="630"/>
              </a:spcBef>
              <a:spcAft>
                <a:spcPts val="0"/>
              </a:spcAft>
              <a:buClr>
                <a:schemeClr val="dk2"/>
              </a:buClr>
              <a:buSzPts val="1620"/>
              <a:buFont typeface="Arial"/>
              <a:buChar char="●"/>
              <a:defRPr sz="1800" b="0" i="0" u="none" strike="noStrike" cap="none">
                <a:solidFill>
                  <a:schemeClr val="dk1"/>
                </a:solidFill>
                <a:latin typeface="Helvetica Neue"/>
                <a:ea typeface="Helvetica Neue"/>
                <a:cs typeface="Helvetica Neue"/>
                <a:sym typeface="Helvetica Neue"/>
              </a:defRPr>
            </a:lvl1pPr>
            <a:lvl2pPr marL="914400" marR="0" lvl="1" indent="-320040" algn="l" rtl="0">
              <a:spcBef>
                <a:spcPts val="630"/>
              </a:spcBef>
              <a:spcAft>
                <a:spcPts val="0"/>
              </a:spcAft>
              <a:buClr>
                <a:schemeClr val="hlink"/>
              </a:buClr>
              <a:buSzPts val="1440"/>
              <a:buFont typeface="Arial"/>
              <a:buChar char="●"/>
              <a:defRPr sz="1800" b="0" i="0" u="none" strike="noStrike" cap="none">
                <a:solidFill>
                  <a:schemeClr val="dk1"/>
                </a:solidFill>
                <a:latin typeface="Helvetica Neue"/>
                <a:ea typeface="Helvetica Neue"/>
                <a:cs typeface="Helvetica Neue"/>
                <a:sym typeface="Helvetica Neue"/>
              </a:defRPr>
            </a:lvl2pPr>
            <a:lvl3pPr marL="1371600" marR="0" lvl="2" indent="-314325" algn="l" rtl="0">
              <a:spcBef>
                <a:spcPts val="630"/>
              </a:spcBef>
              <a:spcAft>
                <a:spcPts val="0"/>
              </a:spcAft>
              <a:buClr>
                <a:srgbClr val="33CC33"/>
              </a:buClr>
              <a:buSzPts val="1350"/>
              <a:buFont typeface="Arimo"/>
              <a:buChar char="4"/>
              <a:defRPr sz="1800" b="0" i="0" u="none" strike="noStrike" cap="none">
                <a:solidFill>
                  <a:schemeClr val="dk1"/>
                </a:solidFill>
                <a:latin typeface="Helvetica Neue"/>
                <a:ea typeface="Helvetica Neue"/>
                <a:cs typeface="Helvetica Neue"/>
                <a:sym typeface="Helvetica Neue"/>
              </a:defRPr>
            </a:lvl3pPr>
            <a:lvl4pPr marL="1828800" marR="0" lvl="3" indent="-342900" algn="l" rtl="0">
              <a:spcBef>
                <a:spcPts val="630"/>
              </a:spcBef>
              <a:spcAft>
                <a:spcPts val="0"/>
              </a:spcAft>
              <a:buClr>
                <a:schemeClr val="hlink"/>
              </a:buClr>
              <a:buSzPts val="1800"/>
              <a:buFont typeface="Helvetica Neue"/>
              <a:buChar char="–"/>
              <a:defRPr sz="1800" b="0" i="0" u="none" strike="noStrike" cap="none">
                <a:solidFill>
                  <a:schemeClr val="dk1"/>
                </a:solidFill>
                <a:latin typeface="Helvetica Neue"/>
                <a:ea typeface="Helvetica Neue"/>
                <a:cs typeface="Helvetica Neue"/>
                <a:sym typeface="Helvetica Neue"/>
              </a:defRPr>
            </a:lvl4pPr>
            <a:lvl5pPr marL="2286000" marR="0" lvl="4" indent="-314325" algn="l" rtl="0">
              <a:spcBef>
                <a:spcPts val="630"/>
              </a:spcBef>
              <a:spcAft>
                <a:spcPts val="0"/>
              </a:spcAft>
              <a:buClr>
                <a:schemeClr val="dk2"/>
              </a:buClr>
              <a:buSzPts val="1350"/>
              <a:buFont typeface="Helvetica Neue"/>
              <a:buChar char="»"/>
              <a:defRPr sz="1800" b="0" i="0" u="none" strike="noStrike" cap="none">
                <a:solidFill>
                  <a:schemeClr val="dk1"/>
                </a:solidFill>
                <a:latin typeface="Helvetica Neue"/>
                <a:ea typeface="Helvetica Neue"/>
                <a:cs typeface="Helvetica Neue"/>
                <a:sym typeface="Helvetica Neue"/>
              </a:defRPr>
            </a:lvl5pPr>
            <a:lvl6pPr marL="2743200" marR="0" lvl="5" indent="-314325" algn="l" rtl="0">
              <a:spcBef>
                <a:spcPts val="630"/>
              </a:spcBef>
              <a:spcAft>
                <a:spcPts val="0"/>
              </a:spcAft>
              <a:buClr>
                <a:schemeClr val="dk2"/>
              </a:buClr>
              <a:buSzPts val="1350"/>
              <a:buFont typeface="Helvetica Neue"/>
              <a:buChar char="»"/>
              <a:defRPr sz="1800" b="0" i="0" u="none" strike="noStrike" cap="none">
                <a:solidFill>
                  <a:schemeClr val="dk1"/>
                </a:solidFill>
                <a:latin typeface="Helvetica Neue"/>
                <a:ea typeface="Helvetica Neue"/>
                <a:cs typeface="Helvetica Neue"/>
                <a:sym typeface="Helvetica Neue"/>
              </a:defRPr>
            </a:lvl6pPr>
            <a:lvl7pPr marL="3200400" marR="0" lvl="6" indent="-314325" algn="l" rtl="0">
              <a:spcBef>
                <a:spcPts val="630"/>
              </a:spcBef>
              <a:spcAft>
                <a:spcPts val="0"/>
              </a:spcAft>
              <a:buClr>
                <a:schemeClr val="dk2"/>
              </a:buClr>
              <a:buSzPts val="1350"/>
              <a:buFont typeface="Helvetica Neue"/>
              <a:buChar char="»"/>
              <a:defRPr sz="1800" b="0" i="0" u="none" strike="noStrike" cap="none">
                <a:solidFill>
                  <a:schemeClr val="dk1"/>
                </a:solidFill>
                <a:latin typeface="Helvetica Neue"/>
                <a:ea typeface="Helvetica Neue"/>
                <a:cs typeface="Helvetica Neue"/>
                <a:sym typeface="Helvetica Neue"/>
              </a:defRPr>
            </a:lvl7pPr>
            <a:lvl8pPr marL="3657600" marR="0" lvl="7" indent="-314325" algn="l" rtl="0">
              <a:spcBef>
                <a:spcPts val="630"/>
              </a:spcBef>
              <a:spcAft>
                <a:spcPts val="0"/>
              </a:spcAft>
              <a:buClr>
                <a:schemeClr val="dk2"/>
              </a:buClr>
              <a:buSzPts val="1350"/>
              <a:buFont typeface="Helvetica Neue"/>
              <a:buChar char="»"/>
              <a:defRPr sz="1800" b="0" i="0" u="none" strike="noStrike" cap="none">
                <a:solidFill>
                  <a:schemeClr val="dk1"/>
                </a:solidFill>
                <a:latin typeface="Helvetica Neue"/>
                <a:ea typeface="Helvetica Neue"/>
                <a:cs typeface="Helvetica Neue"/>
                <a:sym typeface="Helvetica Neue"/>
              </a:defRPr>
            </a:lvl8pPr>
            <a:lvl9pPr marL="4114800" marR="0" lvl="8" indent="-314325" algn="l" rtl="0">
              <a:spcBef>
                <a:spcPts val="630"/>
              </a:spcBef>
              <a:spcAft>
                <a:spcPts val="0"/>
              </a:spcAft>
              <a:buClr>
                <a:schemeClr val="dk2"/>
              </a:buClr>
              <a:buSzPts val="1350"/>
              <a:buFont typeface="Helvetica Neue"/>
              <a:buChar char="»"/>
              <a:defRPr sz="1800" b="0" i="0" u="none" strike="noStrike" cap="none">
                <a:solidFill>
                  <a:schemeClr val="dk1"/>
                </a:solidFill>
                <a:latin typeface="Helvetica Neue"/>
                <a:ea typeface="Helvetica Neue"/>
                <a:cs typeface="Helvetica Neue"/>
                <a:sym typeface="Helvetica Neue"/>
              </a:defRPr>
            </a:lvl9pPr>
          </a:lstStyle>
          <a:p>
            <a:endParaRPr/>
          </a:p>
        </p:txBody>
      </p:sp>
      <p:sp>
        <p:nvSpPr>
          <p:cNvPr id="25" name="Google Shape;25;p3"/>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lt2"/>
              </a:buClr>
              <a:buSzPts val="1400"/>
              <a:buFont typeface="Times New Roman"/>
              <a:buNone/>
              <a:defRPr sz="1400" b="0" i="0" u="none" strike="noStrike" cap="none">
                <a:solidFill>
                  <a:schemeClr val="lt2"/>
                </a:solidFill>
                <a:latin typeface="Times New Roman"/>
                <a:ea typeface="Times New Roman"/>
                <a:cs typeface="Times New Roman"/>
                <a:sym typeface="Times New Roman"/>
              </a:defRPr>
            </a:lvl1pPr>
            <a:lvl2pPr marL="0" marR="0" lvl="1" indent="0" algn="r" rtl="0">
              <a:lnSpc>
                <a:spcPct val="100000"/>
              </a:lnSpc>
              <a:spcBef>
                <a:spcPts val="0"/>
              </a:spcBef>
              <a:spcAft>
                <a:spcPts val="0"/>
              </a:spcAft>
              <a:buClr>
                <a:schemeClr val="lt2"/>
              </a:buClr>
              <a:buSzPts val="1400"/>
              <a:buFont typeface="Times New Roman"/>
              <a:buNone/>
              <a:defRPr sz="1400" b="0" i="0" u="none" strike="noStrike" cap="none">
                <a:solidFill>
                  <a:schemeClr val="lt2"/>
                </a:solidFill>
                <a:latin typeface="Times New Roman"/>
                <a:ea typeface="Times New Roman"/>
                <a:cs typeface="Times New Roman"/>
                <a:sym typeface="Times New Roman"/>
              </a:defRPr>
            </a:lvl2pPr>
            <a:lvl3pPr marL="0" marR="0" lvl="2" indent="0" algn="r" rtl="0">
              <a:lnSpc>
                <a:spcPct val="100000"/>
              </a:lnSpc>
              <a:spcBef>
                <a:spcPts val="0"/>
              </a:spcBef>
              <a:spcAft>
                <a:spcPts val="0"/>
              </a:spcAft>
              <a:buClr>
                <a:schemeClr val="lt2"/>
              </a:buClr>
              <a:buSzPts val="1400"/>
              <a:buFont typeface="Times New Roman"/>
              <a:buNone/>
              <a:defRPr sz="1400" b="0" i="0" u="none" strike="noStrike" cap="none">
                <a:solidFill>
                  <a:schemeClr val="lt2"/>
                </a:solidFill>
                <a:latin typeface="Times New Roman"/>
                <a:ea typeface="Times New Roman"/>
                <a:cs typeface="Times New Roman"/>
                <a:sym typeface="Times New Roman"/>
              </a:defRPr>
            </a:lvl3pPr>
            <a:lvl4pPr marL="0" marR="0" lvl="3" indent="0" algn="r" rtl="0">
              <a:lnSpc>
                <a:spcPct val="100000"/>
              </a:lnSpc>
              <a:spcBef>
                <a:spcPts val="0"/>
              </a:spcBef>
              <a:spcAft>
                <a:spcPts val="0"/>
              </a:spcAft>
              <a:buClr>
                <a:schemeClr val="lt2"/>
              </a:buClr>
              <a:buSzPts val="1400"/>
              <a:buFont typeface="Times New Roman"/>
              <a:buNone/>
              <a:defRPr sz="1400" b="0" i="0" u="none" strike="noStrike" cap="none">
                <a:solidFill>
                  <a:schemeClr val="lt2"/>
                </a:solidFill>
                <a:latin typeface="Times New Roman"/>
                <a:ea typeface="Times New Roman"/>
                <a:cs typeface="Times New Roman"/>
                <a:sym typeface="Times New Roman"/>
              </a:defRPr>
            </a:lvl4pPr>
            <a:lvl5pPr marL="0" marR="0" lvl="4" indent="0" algn="r" rtl="0">
              <a:lnSpc>
                <a:spcPct val="100000"/>
              </a:lnSpc>
              <a:spcBef>
                <a:spcPts val="0"/>
              </a:spcBef>
              <a:spcAft>
                <a:spcPts val="0"/>
              </a:spcAft>
              <a:buClr>
                <a:schemeClr val="lt2"/>
              </a:buClr>
              <a:buSzPts val="1400"/>
              <a:buFont typeface="Times New Roman"/>
              <a:buNone/>
              <a:defRPr sz="1400" b="0" i="0" u="none" strike="noStrike" cap="none">
                <a:solidFill>
                  <a:schemeClr val="lt2"/>
                </a:solidFill>
                <a:latin typeface="Times New Roman"/>
                <a:ea typeface="Times New Roman"/>
                <a:cs typeface="Times New Roman"/>
                <a:sym typeface="Times New Roman"/>
              </a:defRPr>
            </a:lvl5pPr>
            <a:lvl6pPr marL="0" marR="0" lvl="5" indent="0" algn="r" rtl="0">
              <a:lnSpc>
                <a:spcPct val="100000"/>
              </a:lnSpc>
              <a:spcBef>
                <a:spcPts val="0"/>
              </a:spcBef>
              <a:spcAft>
                <a:spcPts val="0"/>
              </a:spcAft>
              <a:buClr>
                <a:schemeClr val="lt2"/>
              </a:buClr>
              <a:buSzPts val="1400"/>
              <a:buFont typeface="Times New Roman"/>
              <a:buNone/>
              <a:defRPr sz="1400" b="0" i="0" u="none" strike="noStrike" cap="none">
                <a:solidFill>
                  <a:schemeClr val="lt2"/>
                </a:solidFill>
                <a:latin typeface="Times New Roman"/>
                <a:ea typeface="Times New Roman"/>
                <a:cs typeface="Times New Roman"/>
                <a:sym typeface="Times New Roman"/>
              </a:defRPr>
            </a:lvl6pPr>
            <a:lvl7pPr marL="0" marR="0" lvl="6" indent="0" algn="r" rtl="0">
              <a:lnSpc>
                <a:spcPct val="100000"/>
              </a:lnSpc>
              <a:spcBef>
                <a:spcPts val="0"/>
              </a:spcBef>
              <a:spcAft>
                <a:spcPts val="0"/>
              </a:spcAft>
              <a:buClr>
                <a:schemeClr val="lt2"/>
              </a:buClr>
              <a:buSzPts val="1400"/>
              <a:buFont typeface="Times New Roman"/>
              <a:buNone/>
              <a:defRPr sz="1400" b="0" i="0" u="none" strike="noStrike" cap="none">
                <a:solidFill>
                  <a:schemeClr val="lt2"/>
                </a:solidFill>
                <a:latin typeface="Times New Roman"/>
                <a:ea typeface="Times New Roman"/>
                <a:cs typeface="Times New Roman"/>
                <a:sym typeface="Times New Roman"/>
              </a:defRPr>
            </a:lvl7pPr>
            <a:lvl8pPr marL="0" marR="0" lvl="7" indent="0" algn="r" rtl="0">
              <a:lnSpc>
                <a:spcPct val="100000"/>
              </a:lnSpc>
              <a:spcBef>
                <a:spcPts val="0"/>
              </a:spcBef>
              <a:spcAft>
                <a:spcPts val="0"/>
              </a:spcAft>
              <a:buClr>
                <a:schemeClr val="lt2"/>
              </a:buClr>
              <a:buSzPts val="1400"/>
              <a:buFont typeface="Times New Roman"/>
              <a:buNone/>
              <a:defRPr sz="1400" b="0" i="0" u="none" strike="noStrike" cap="none">
                <a:solidFill>
                  <a:schemeClr val="lt2"/>
                </a:solidFill>
                <a:latin typeface="Times New Roman"/>
                <a:ea typeface="Times New Roman"/>
                <a:cs typeface="Times New Roman"/>
                <a:sym typeface="Times New Roman"/>
              </a:defRPr>
            </a:lvl8pPr>
            <a:lvl9pPr marL="0" marR="0" lvl="8" indent="0" algn="r" rtl="0">
              <a:lnSpc>
                <a:spcPct val="100000"/>
              </a:lnSpc>
              <a:spcBef>
                <a:spcPts val="0"/>
              </a:spcBef>
              <a:spcAft>
                <a:spcPts val="0"/>
              </a:spcAft>
              <a:buClr>
                <a:schemeClr val="lt2"/>
              </a:buClr>
              <a:buSzPts val="1400"/>
              <a:buFont typeface="Times New Roman"/>
              <a:buNone/>
              <a:defRPr sz="1400" b="0" i="0" u="none" strike="noStrike" cap="none">
                <a:solidFill>
                  <a:schemeClr val="lt2"/>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solidFill>
                <a:srgbClr val="000000"/>
              </a:solidFill>
              <a:latin typeface="Arial"/>
              <a:ea typeface="Arial"/>
              <a:cs typeface="Arial"/>
              <a:sym typeface="Arial"/>
            </a:endParaRPr>
          </a:p>
        </p:txBody>
      </p:sp>
      <p:sp>
        <p:nvSpPr>
          <p:cNvPr id="26" name="Google Shape;26;p3"/>
          <p:cNvSpPr txBox="1"/>
          <p:nvPr/>
        </p:nvSpPr>
        <p:spPr>
          <a:xfrm>
            <a:off x="6762750" y="6613525"/>
            <a:ext cx="2381250" cy="244475"/>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chemeClr val="dk2"/>
              </a:buClr>
              <a:buSzPts val="1000"/>
              <a:buFont typeface="Helvetica Neue"/>
              <a:buNone/>
            </a:pPr>
            <a:r>
              <a:rPr lang="en-US" sz="1000" b="1" i="0" u="none" strike="noStrike" cap="none">
                <a:solidFill>
                  <a:schemeClr val="dk2"/>
                </a:solidFill>
                <a:latin typeface="Helvetica Neue"/>
                <a:ea typeface="Helvetica Neue"/>
                <a:cs typeface="Helvetica Neue"/>
                <a:sym typeface="Helvetica Neue"/>
              </a:rPr>
              <a:t>©Silberschatz, Korth and Sudarshan</a:t>
            </a:r>
            <a:endParaRPr/>
          </a:p>
        </p:txBody>
      </p:sp>
      <p:sp>
        <p:nvSpPr>
          <p:cNvPr id="27" name="Google Shape;27;p3"/>
          <p:cNvSpPr txBox="1"/>
          <p:nvPr/>
        </p:nvSpPr>
        <p:spPr>
          <a:xfrm>
            <a:off x="4446587" y="6613525"/>
            <a:ext cx="514350" cy="244475"/>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chemeClr val="dk2"/>
              </a:buClr>
              <a:buSzPts val="1000"/>
              <a:buFont typeface="Helvetica Neue"/>
              <a:buNone/>
            </a:pPr>
            <a:r>
              <a:rPr lang="en-US" sz="1000" b="1" i="0" u="none" strike="noStrike" cap="none">
                <a:solidFill>
                  <a:schemeClr val="dk2"/>
                </a:solidFill>
                <a:latin typeface="Helvetica Neue"/>
                <a:ea typeface="Helvetica Neue"/>
                <a:cs typeface="Helvetica Neue"/>
                <a:sym typeface="Helvetica Neue"/>
              </a:rPr>
              <a:t>15.</a:t>
            </a:r>
            <a:fld id="{00000000-1234-1234-1234-123412341234}" type="slidenum">
              <a:rPr lang="en-US" sz="1000" b="1" i="0" u="none" strike="noStrike" cap="none">
                <a:solidFill>
                  <a:schemeClr val="dk2"/>
                </a:solidFill>
                <a:latin typeface="Helvetica Neue"/>
                <a:ea typeface="Helvetica Neue"/>
                <a:cs typeface="Helvetica Neue"/>
                <a:sym typeface="Helvetica Neue"/>
              </a:rPr>
              <a:t>‹#›</a:t>
            </a:fld>
            <a:endParaRPr/>
          </a:p>
        </p:txBody>
      </p:sp>
      <p:sp>
        <p:nvSpPr>
          <p:cNvPr id="28" name="Google Shape;28;p3"/>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lvl1pPr marR="0" lvl="0" algn="ctr" rtl="0">
              <a:spcBef>
                <a:spcPts val="0"/>
              </a:spcBef>
              <a:spcAft>
                <a:spcPts val="0"/>
              </a:spcAft>
              <a:buSzPts val="1400"/>
              <a:buNone/>
              <a:defRPr sz="3200" b="1" i="0" u="none" strike="noStrike" cap="none">
                <a:solidFill>
                  <a:schemeClr val="dk2"/>
                </a:solidFill>
                <a:latin typeface="Helvetica Neue"/>
                <a:ea typeface="Helvetica Neue"/>
                <a:cs typeface="Helvetica Neue"/>
                <a:sym typeface="Helvetica Neue"/>
              </a:defRPr>
            </a:lvl1pPr>
            <a:lvl2pPr marR="0" lvl="1" algn="ctr" rtl="0">
              <a:spcBef>
                <a:spcPts val="0"/>
              </a:spcBef>
              <a:spcAft>
                <a:spcPts val="0"/>
              </a:spcAft>
              <a:buSzPts val="1400"/>
              <a:buNone/>
              <a:defRPr sz="3200" b="1" i="0" u="none" strike="noStrike" cap="none">
                <a:solidFill>
                  <a:schemeClr val="dk2"/>
                </a:solidFill>
                <a:latin typeface="Helvetica Neue"/>
                <a:ea typeface="Helvetica Neue"/>
                <a:cs typeface="Helvetica Neue"/>
                <a:sym typeface="Helvetica Neue"/>
              </a:defRPr>
            </a:lvl2pPr>
            <a:lvl3pPr marR="0" lvl="2" algn="ctr" rtl="0">
              <a:spcBef>
                <a:spcPts val="0"/>
              </a:spcBef>
              <a:spcAft>
                <a:spcPts val="0"/>
              </a:spcAft>
              <a:buSzPts val="1400"/>
              <a:buNone/>
              <a:defRPr sz="3200" b="1" i="0" u="none" strike="noStrike" cap="none">
                <a:solidFill>
                  <a:schemeClr val="dk2"/>
                </a:solidFill>
                <a:latin typeface="Helvetica Neue"/>
                <a:ea typeface="Helvetica Neue"/>
                <a:cs typeface="Helvetica Neue"/>
                <a:sym typeface="Helvetica Neue"/>
              </a:defRPr>
            </a:lvl3pPr>
            <a:lvl4pPr marR="0" lvl="3" algn="ctr" rtl="0">
              <a:spcBef>
                <a:spcPts val="0"/>
              </a:spcBef>
              <a:spcAft>
                <a:spcPts val="0"/>
              </a:spcAft>
              <a:buSzPts val="1400"/>
              <a:buNone/>
              <a:defRPr sz="3200" b="1" i="0" u="none" strike="noStrike" cap="none">
                <a:solidFill>
                  <a:schemeClr val="dk2"/>
                </a:solidFill>
                <a:latin typeface="Helvetica Neue"/>
                <a:ea typeface="Helvetica Neue"/>
                <a:cs typeface="Helvetica Neue"/>
                <a:sym typeface="Helvetica Neue"/>
              </a:defRPr>
            </a:lvl4pPr>
            <a:lvl5pPr marR="0" lvl="4" algn="ctr" rtl="0">
              <a:spcBef>
                <a:spcPts val="0"/>
              </a:spcBef>
              <a:spcAft>
                <a:spcPts val="0"/>
              </a:spcAft>
              <a:buSzPts val="1400"/>
              <a:buNone/>
              <a:defRPr sz="3200" b="1" i="0" u="none" strike="noStrike" cap="none">
                <a:solidFill>
                  <a:schemeClr val="dk2"/>
                </a:solidFill>
                <a:latin typeface="Helvetica Neue"/>
                <a:ea typeface="Helvetica Neue"/>
                <a:cs typeface="Helvetica Neue"/>
                <a:sym typeface="Helvetica Neue"/>
              </a:defRPr>
            </a:lvl5pPr>
            <a:lvl6pPr marR="0" lvl="5" algn="ctr" rtl="0">
              <a:spcBef>
                <a:spcPts val="0"/>
              </a:spcBef>
              <a:spcAft>
                <a:spcPts val="0"/>
              </a:spcAft>
              <a:buSzPts val="1400"/>
              <a:buNone/>
              <a:defRPr sz="3200" b="1" i="0" u="none" strike="noStrike" cap="none">
                <a:solidFill>
                  <a:schemeClr val="dk2"/>
                </a:solidFill>
                <a:latin typeface="Helvetica Neue"/>
                <a:ea typeface="Helvetica Neue"/>
                <a:cs typeface="Helvetica Neue"/>
                <a:sym typeface="Helvetica Neue"/>
              </a:defRPr>
            </a:lvl6pPr>
            <a:lvl7pPr marR="0" lvl="6" algn="ctr" rtl="0">
              <a:spcBef>
                <a:spcPts val="0"/>
              </a:spcBef>
              <a:spcAft>
                <a:spcPts val="0"/>
              </a:spcAft>
              <a:buSzPts val="1400"/>
              <a:buNone/>
              <a:defRPr sz="3200" b="1" i="0" u="none" strike="noStrike" cap="none">
                <a:solidFill>
                  <a:schemeClr val="dk2"/>
                </a:solidFill>
                <a:latin typeface="Helvetica Neue"/>
                <a:ea typeface="Helvetica Neue"/>
                <a:cs typeface="Helvetica Neue"/>
                <a:sym typeface="Helvetica Neue"/>
              </a:defRPr>
            </a:lvl7pPr>
            <a:lvl8pPr marR="0" lvl="7" algn="ctr" rtl="0">
              <a:spcBef>
                <a:spcPts val="0"/>
              </a:spcBef>
              <a:spcAft>
                <a:spcPts val="0"/>
              </a:spcAft>
              <a:buSzPts val="1400"/>
              <a:buNone/>
              <a:defRPr sz="3200" b="1" i="0" u="none" strike="noStrike" cap="none">
                <a:solidFill>
                  <a:schemeClr val="dk2"/>
                </a:solidFill>
                <a:latin typeface="Helvetica Neue"/>
                <a:ea typeface="Helvetica Neue"/>
                <a:cs typeface="Helvetica Neue"/>
                <a:sym typeface="Helvetica Neue"/>
              </a:defRPr>
            </a:lvl8pPr>
            <a:lvl9pPr marR="0" lvl="8" algn="ctr" rtl="0">
              <a:spcBef>
                <a:spcPts val="0"/>
              </a:spcBef>
              <a:spcAft>
                <a:spcPts val="0"/>
              </a:spcAft>
              <a:buSzPts val="1400"/>
              <a:buNone/>
              <a:defRPr sz="3200" b="1" i="0" u="none" strike="noStrike" cap="none">
                <a:solidFill>
                  <a:schemeClr val="dk2"/>
                </a:solidFill>
                <a:latin typeface="Helvetica Neue"/>
                <a:ea typeface="Helvetica Neue"/>
                <a:cs typeface="Helvetica Neue"/>
                <a:sym typeface="Helvetica Neue"/>
              </a:defRPr>
            </a:lvl9pPr>
          </a:lstStyle>
          <a:p>
            <a:endParaRPr/>
          </a:p>
        </p:txBody>
      </p:sp>
      <p:sp>
        <p:nvSpPr>
          <p:cNvPr id="29" name="Google Shape;29;p3"/>
          <p:cNvSpPr txBox="1"/>
          <p:nvPr/>
        </p:nvSpPr>
        <p:spPr>
          <a:xfrm>
            <a:off x="0" y="6613525"/>
            <a:ext cx="3435350" cy="24447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chemeClr val="dk2"/>
              </a:buClr>
              <a:buSzPts val="1000"/>
              <a:buFont typeface="Helvetica Neue"/>
              <a:buNone/>
            </a:pPr>
            <a:r>
              <a:rPr lang="en-US" sz="1000" b="1" i="0" u="none" strike="noStrike" cap="none">
                <a:solidFill>
                  <a:schemeClr val="dk2"/>
                </a:solidFill>
                <a:latin typeface="Helvetica Neue"/>
                <a:ea typeface="Helvetica Neue"/>
                <a:cs typeface="Helvetica Neue"/>
                <a:sym typeface="Helvetica Neue"/>
              </a:rPr>
              <a:t>Database System Concepts - 5</a:t>
            </a:r>
            <a:r>
              <a:rPr lang="en-US" sz="1000" b="1" i="0" u="none" strike="noStrike" cap="none" baseline="30000">
                <a:solidFill>
                  <a:schemeClr val="dk2"/>
                </a:solidFill>
                <a:latin typeface="Helvetica Neue"/>
                <a:ea typeface="Helvetica Neue"/>
                <a:cs typeface="Helvetica Neue"/>
                <a:sym typeface="Helvetica Neue"/>
              </a:rPr>
              <a:t>th</a:t>
            </a:r>
            <a:r>
              <a:rPr lang="en-US" sz="1000" b="1" i="0" u="none" strike="noStrike" cap="none">
                <a:solidFill>
                  <a:schemeClr val="dk2"/>
                </a:solidFill>
                <a:latin typeface="Helvetica Neue"/>
                <a:ea typeface="Helvetica Neue"/>
                <a:cs typeface="Helvetica Neue"/>
                <a:sym typeface="Helvetica Neue"/>
              </a:rPr>
              <a:t> Edition, Sep 12, 2006.</a:t>
            </a:r>
            <a:endParaRPr/>
          </a:p>
        </p:txBody>
      </p:sp>
      <p:sp>
        <p:nvSpPr>
          <p:cNvPr id="30" name="Google Shape;30;p3"/>
          <p:cNvSpPr/>
          <p:nvPr/>
        </p:nvSpPr>
        <p:spPr>
          <a:xfrm>
            <a:off x="8916987" y="5445125"/>
            <a:ext cx="227012" cy="47625"/>
          </a:xfrm>
          <a:custGeom>
            <a:avLst/>
            <a:gdLst/>
            <a:ahLst/>
            <a:cxnLst/>
            <a:rect l="l" t="t" r="r" b="b"/>
            <a:pathLst>
              <a:path w="285" h="61" extrusionOk="0">
                <a:moveTo>
                  <a:pt x="2" y="61"/>
                </a:moveTo>
                <a:lnTo>
                  <a:pt x="0" y="59"/>
                </a:lnTo>
                <a:lnTo>
                  <a:pt x="0" y="55"/>
                </a:lnTo>
                <a:lnTo>
                  <a:pt x="2" y="48"/>
                </a:lnTo>
                <a:lnTo>
                  <a:pt x="5" y="40"/>
                </a:lnTo>
                <a:lnTo>
                  <a:pt x="9" y="34"/>
                </a:lnTo>
                <a:lnTo>
                  <a:pt x="13" y="31"/>
                </a:lnTo>
                <a:lnTo>
                  <a:pt x="17" y="25"/>
                </a:lnTo>
                <a:lnTo>
                  <a:pt x="24" y="21"/>
                </a:lnTo>
                <a:lnTo>
                  <a:pt x="30" y="17"/>
                </a:lnTo>
                <a:lnTo>
                  <a:pt x="40" y="13"/>
                </a:lnTo>
                <a:lnTo>
                  <a:pt x="45" y="10"/>
                </a:lnTo>
                <a:lnTo>
                  <a:pt x="51" y="8"/>
                </a:lnTo>
                <a:lnTo>
                  <a:pt x="57" y="6"/>
                </a:lnTo>
                <a:lnTo>
                  <a:pt x="64" y="6"/>
                </a:lnTo>
                <a:lnTo>
                  <a:pt x="70" y="2"/>
                </a:lnTo>
                <a:lnTo>
                  <a:pt x="78" y="2"/>
                </a:lnTo>
                <a:lnTo>
                  <a:pt x="85" y="0"/>
                </a:lnTo>
                <a:lnTo>
                  <a:pt x="93" y="0"/>
                </a:lnTo>
                <a:lnTo>
                  <a:pt x="100" y="0"/>
                </a:lnTo>
                <a:lnTo>
                  <a:pt x="110" y="0"/>
                </a:lnTo>
                <a:lnTo>
                  <a:pt x="118" y="0"/>
                </a:lnTo>
                <a:lnTo>
                  <a:pt x="129" y="0"/>
                </a:lnTo>
                <a:lnTo>
                  <a:pt x="137" y="0"/>
                </a:lnTo>
                <a:lnTo>
                  <a:pt x="146" y="2"/>
                </a:lnTo>
                <a:lnTo>
                  <a:pt x="154" y="2"/>
                </a:lnTo>
                <a:lnTo>
                  <a:pt x="163" y="4"/>
                </a:lnTo>
                <a:lnTo>
                  <a:pt x="173" y="6"/>
                </a:lnTo>
                <a:lnTo>
                  <a:pt x="182" y="8"/>
                </a:lnTo>
                <a:lnTo>
                  <a:pt x="192" y="8"/>
                </a:lnTo>
                <a:lnTo>
                  <a:pt x="201" y="12"/>
                </a:lnTo>
                <a:lnTo>
                  <a:pt x="209" y="12"/>
                </a:lnTo>
                <a:lnTo>
                  <a:pt x="216" y="13"/>
                </a:lnTo>
                <a:lnTo>
                  <a:pt x="224" y="15"/>
                </a:lnTo>
                <a:lnTo>
                  <a:pt x="234" y="17"/>
                </a:lnTo>
                <a:lnTo>
                  <a:pt x="239" y="19"/>
                </a:lnTo>
                <a:lnTo>
                  <a:pt x="247" y="21"/>
                </a:lnTo>
                <a:lnTo>
                  <a:pt x="254" y="23"/>
                </a:lnTo>
                <a:lnTo>
                  <a:pt x="260" y="25"/>
                </a:lnTo>
                <a:lnTo>
                  <a:pt x="266" y="25"/>
                </a:lnTo>
                <a:lnTo>
                  <a:pt x="270" y="27"/>
                </a:lnTo>
                <a:lnTo>
                  <a:pt x="273" y="27"/>
                </a:lnTo>
                <a:lnTo>
                  <a:pt x="279" y="29"/>
                </a:lnTo>
                <a:lnTo>
                  <a:pt x="283" y="31"/>
                </a:lnTo>
                <a:lnTo>
                  <a:pt x="285" y="32"/>
                </a:lnTo>
                <a:lnTo>
                  <a:pt x="279" y="44"/>
                </a:lnTo>
                <a:lnTo>
                  <a:pt x="277" y="44"/>
                </a:lnTo>
                <a:lnTo>
                  <a:pt x="273" y="42"/>
                </a:lnTo>
                <a:lnTo>
                  <a:pt x="268" y="42"/>
                </a:lnTo>
                <a:lnTo>
                  <a:pt x="260" y="40"/>
                </a:lnTo>
                <a:lnTo>
                  <a:pt x="251" y="38"/>
                </a:lnTo>
                <a:lnTo>
                  <a:pt x="241" y="36"/>
                </a:lnTo>
                <a:lnTo>
                  <a:pt x="235" y="34"/>
                </a:lnTo>
                <a:lnTo>
                  <a:pt x="230" y="34"/>
                </a:lnTo>
                <a:lnTo>
                  <a:pt x="224" y="32"/>
                </a:lnTo>
                <a:lnTo>
                  <a:pt x="218" y="32"/>
                </a:lnTo>
                <a:lnTo>
                  <a:pt x="213" y="31"/>
                </a:lnTo>
                <a:lnTo>
                  <a:pt x="207" y="31"/>
                </a:lnTo>
                <a:lnTo>
                  <a:pt x="201" y="29"/>
                </a:lnTo>
                <a:lnTo>
                  <a:pt x="196" y="29"/>
                </a:lnTo>
                <a:lnTo>
                  <a:pt x="190" y="27"/>
                </a:lnTo>
                <a:lnTo>
                  <a:pt x="182" y="27"/>
                </a:lnTo>
                <a:lnTo>
                  <a:pt x="178" y="25"/>
                </a:lnTo>
                <a:lnTo>
                  <a:pt x="173" y="25"/>
                </a:lnTo>
                <a:lnTo>
                  <a:pt x="167" y="23"/>
                </a:lnTo>
                <a:lnTo>
                  <a:pt x="163" y="23"/>
                </a:lnTo>
                <a:lnTo>
                  <a:pt x="158" y="21"/>
                </a:lnTo>
                <a:lnTo>
                  <a:pt x="154" y="21"/>
                </a:lnTo>
                <a:lnTo>
                  <a:pt x="148" y="19"/>
                </a:lnTo>
                <a:lnTo>
                  <a:pt x="142" y="19"/>
                </a:lnTo>
                <a:lnTo>
                  <a:pt x="144" y="48"/>
                </a:lnTo>
                <a:lnTo>
                  <a:pt x="110" y="15"/>
                </a:lnTo>
                <a:lnTo>
                  <a:pt x="118" y="48"/>
                </a:lnTo>
                <a:lnTo>
                  <a:pt x="83" y="21"/>
                </a:lnTo>
                <a:lnTo>
                  <a:pt x="91" y="48"/>
                </a:lnTo>
                <a:lnTo>
                  <a:pt x="59" y="29"/>
                </a:lnTo>
                <a:lnTo>
                  <a:pt x="57" y="29"/>
                </a:lnTo>
                <a:lnTo>
                  <a:pt x="53" y="31"/>
                </a:lnTo>
                <a:lnTo>
                  <a:pt x="49" y="31"/>
                </a:lnTo>
                <a:lnTo>
                  <a:pt x="43" y="34"/>
                </a:lnTo>
                <a:lnTo>
                  <a:pt x="38" y="36"/>
                </a:lnTo>
                <a:lnTo>
                  <a:pt x="32" y="38"/>
                </a:lnTo>
                <a:lnTo>
                  <a:pt x="26" y="42"/>
                </a:lnTo>
                <a:lnTo>
                  <a:pt x="23" y="44"/>
                </a:lnTo>
                <a:lnTo>
                  <a:pt x="15" y="50"/>
                </a:lnTo>
                <a:lnTo>
                  <a:pt x="7" y="55"/>
                </a:lnTo>
                <a:lnTo>
                  <a:pt x="4" y="59"/>
                </a:lnTo>
                <a:lnTo>
                  <a:pt x="2" y="61"/>
                </a:lnTo>
                <a:close/>
              </a:path>
            </a:pathLst>
          </a:custGeom>
          <a:solidFill>
            <a:srgbClr val="FFFFFF"/>
          </a:solid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None/>
            </a:pPr>
            <a:endParaRPr sz="1600" b="0" i="0" u="none">
              <a:solidFill>
                <a:schemeClr val="dk1"/>
              </a:solidFill>
              <a:latin typeface="Helvetica Neue"/>
              <a:ea typeface="Helvetica Neue"/>
              <a:cs typeface="Helvetica Neue"/>
              <a:sym typeface="Helvetica Neue"/>
            </a:endParaRPr>
          </a:p>
        </p:txBody>
      </p:sp>
      <p:pic>
        <p:nvPicPr>
          <p:cNvPr id="31" name="Google Shape;31;p3" descr="Icon11"/>
          <p:cNvPicPr preferRelativeResize="0"/>
          <p:nvPr/>
        </p:nvPicPr>
        <p:blipFill rotWithShape="1">
          <a:blip r:embed="rId10">
            <a:alphaModFix/>
          </a:blip>
          <a:srcRect/>
          <a:stretch/>
        </p:blipFill>
        <p:spPr>
          <a:xfrm>
            <a:off x="0" y="0"/>
            <a:ext cx="660400" cy="877887"/>
          </a:xfrm>
          <a:prstGeom prst="rect">
            <a:avLst/>
          </a:prstGeom>
          <a:noFill/>
          <a:ln>
            <a:noFill/>
          </a:ln>
        </p:spPr>
      </p:pic>
      <p:pic>
        <p:nvPicPr>
          <p:cNvPr id="32" name="Google Shape;32;p3" descr="PH01266J"/>
          <p:cNvPicPr preferRelativeResize="0"/>
          <p:nvPr/>
        </p:nvPicPr>
        <p:blipFill rotWithShape="1">
          <a:blip r:embed="rId11">
            <a:alphaModFix/>
          </a:blip>
          <a:srcRect b="26144"/>
          <a:stretch/>
        </p:blipFill>
        <p:spPr>
          <a:xfrm>
            <a:off x="8528050" y="6053137"/>
            <a:ext cx="615950" cy="614362"/>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9" r:id="rId1"/>
    <p:sldLayoutId id="2147483652" r:id="rId2"/>
    <p:sldLayoutId id="2147483653" r:id="rId3"/>
    <p:sldLayoutId id="2147483654" r:id="rId4"/>
    <p:sldLayoutId id="2147483655" r:id="rId5"/>
    <p:sldLayoutId id="2147483656" r:id="rId6"/>
    <p:sldLayoutId id="2147483657" r:id="rId7"/>
    <p:sldLayoutId id="2147483658" r:id="rId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hyperlink" Target="https://www.scaler.com/topics/dbms/serializability-in-dbms"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0"/>
        <p:cNvGrpSpPr/>
        <p:nvPr/>
      </p:nvGrpSpPr>
      <p:grpSpPr>
        <a:xfrm>
          <a:off x="0" y="0"/>
          <a:ext cx="0" cy="0"/>
          <a:chOff x="0" y="0"/>
          <a:chExt cx="0" cy="0"/>
        </a:xfrm>
      </p:grpSpPr>
      <p:sp>
        <p:nvSpPr>
          <p:cNvPr id="81" name="Google Shape;81;p14"/>
          <p:cNvSpPr txBox="1">
            <a:spLocks noGrp="1"/>
          </p:cNvSpPr>
          <p:nvPr>
            <p:ph type="ctrTitle"/>
          </p:nvPr>
        </p:nvSpPr>
        <p:spPr>
          <a:prstGeom prst="rect">
            <a:avLst/>
          </a:prstGeom>
          <a:noFill/>
          <a:ln>
            <a:noFill/>
          </a:ln>
        </p:spPr>
        <p:txBody>
          <a:bodyPr spcFirstLastPara="1" wrap="square" lIns="91425" tIns="45700" rIns="91425" bIns="45700" anchor="b" anchorCtr="0">
            <a:noAutofit/>
          </a:bodyPr>
          <a:lstStyle/>
          <a:p>
            <a:r>
              <a:rPr lang="en-US" dirty="0"/>
              <a:t>Module 6</a:t>
            </a:r>
            <a:endParaRPr lang="en-IN" dirty="0"/>
          </a:p>
        </p:txBody>
      </p:sp>
      <p:sp>
        <p:nvSpPr>
          <p:cNvPr id="2" name="Subtitle 1"/>
          <p:cNvSpPr>
            <a:spLocks noGrp="1"/>
          </p:cNvSpPr>
          <p:nvPr>
            <p:ph type="subTitle" idx="1"/>
          </p:nvPr>
        </p:nvSpPr>
        <p:spPr/>
        <p:txBody>
          <a:bodyPr/>
          <a:lstStyle/>
          <a:p>
            <a:r>
              <a:rPr lang="en-US" dirty="0"/>
              <a:t>Transaction Management, Concurrency Control and Recovery Protocols</a:t>
            </a:r>
            <a:endParaRPr lang="en-IN" dirty="0"/>
          </a:p>
          <a:p>
            <a:endParaRPr lang="en-IN"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5"/>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Chapter 15:  Transactions</a:t>
            </a:r>
            <a:endParaRPr/>
          </a:p>
        </p:txBody>
      </p:sp>
      <p:sp>
        <p:nvSpPr>
          <p:cNvPr id="88" name="Google Shape;88;p15"/>
          <p:cNvSpPr txBox="1">
            <a:spLocks noGrp="1"/>
          </p:cNvSpPr>
          <p:nvPr>
            <p:ph type="body" idx="1"/>
          </p:nvPr>
        </p:nvSpPr>
        <p:spPr>
          <a:xfrm>
            <a:off x="914400" y="1106487"/>
            <a:ext cx="6564312" cy="4137025"/>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620"/>
              <a:buFont typeface="Arial"/>
              <a:buChar char="●"/>
            </a:pPr>
            <a:r>
              <a:rPr lang="en-US" sz="1800" b="0" i="0" u="none" dirty="0">
                <a:solidFill>
                  <a:schemeClr val="dk1"/>
                </a:solidFill>
                <a:latin typeface="Helvetica Neue"/>
                <a:ea typeface="Helvetica Neue"/>
                <a:cs typeface="Helvetica Neue"/>
                <a:sym typeface="Helvetica Neue"/>
              </a:rPr>
              <a:t>Transaction Concept</a:t>
            </a:r>
            <a:endParaRPr dirty="0"/>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latin typeface="Helvetica Neue"/>
                <a:ea typeface="Helvetica Neue"/>
                <a:cs typeface="Helvetica Neue"/>
                <a:sym typeface="Helvetica Neue"/>
              </a:rPr>
              <a:t>Transaction State</a:t>
            </a:r>
            <a:endParaRPr dirty="0"/>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latin typeface="Helvetica Neue"/>
                <a:ea typeface="Helvetica Neue"/>
                <a:cs typeface="Helvetica Neue"/>
                <a:sym typeface="Helvetica Neue"/>
              </a:rPr>
              <a:t>Concurrent Executions</a:t>
            </a:r>
            <a:endParaRPr dirty="0"/>
          </a:p>
          <a:p>
            <a:pPr marL="342900" lvl="0" indent="-342900" algn="l" rtl="0">
              <a:lnSpc>
                <a:spcPct val="100000"/>
              </a:lnSpc>
              <a:spcBef>
                <a:spcPts val="630"/>
              </a:spcBef>
              <a:spcAft>
                <a:spcPts val="0"/>
              </a:spcAft>
              <a:buClr>
                <a:schemeClr val="dk2"/>
              </a:buClr>
              <a:buSzPts val="1620"/>
              <a:buFont typeface="Arial"/>
              <a:buChar char="●"/>
            </a:pPr>
            <a:r>
              <a:rPr lang="en-US" sz="1800" b="0" i="0" u="none" dirty="0" err="1">
                <a:solidFill>
                  <a:schemeClr val="dk1"/>
                </a:solidFill>
                <a:latin typeface="Helvetica Neue"/>
                <a:ea typeface="Helvetica Neue"/>
                <a:cs typeface="Helvetica Neue"/>
                <a:sym typeface="Helvetica Neue"/>
              </a:rPr>
              <a:t>Serializability</a:t>
            </a:r>
            <a:endParaRPr dirty="0"/>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latin typeface="Helvetica Neue"/>
                <a:ea typeface="Helvetica Neue"/>
                <a:cs typeface="Helvetica Neue"/>
                <a:sym typeface="Helvetica Neue"/>
              </a:rPr>
              <a:t>Recoverability</a:t>
            </a:r>
            <a:endParaRPr dirty="0"/>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latin typeface="Helvetica Neue"/>
                <a:ea typeface="Helvetica Neue"/>
                <a:cs typeface="Helvetica Neue"/>
                <a:sym typeface="Helvetica Neue"/>
              </a:rPr>
              <a:t>Implementation of Isolation</a:t>
            </a:r>
            <a:endParaRPr dirty="0"/>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latin typeface="Helvetica Neue"/>
                <a:ea typeface="Helvetica Neue"/>
                <a:cs typeface="Helvetica Neue"/>
                <a:sym typeface="Helvetica Neue"/>
              </a:rPr>
              <a:t>Transaction Definition in SQL</a:t>
            </a:r>
            <a:endParaRPr dirty="0"/>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latin typeface="Helvetica Neue"/>
                <a:ea typeface="Helvetica Neue"/>
                <a:cs typeface="Helvetica Neue"/>
                <a:sym typeface="Helvetica Neue"/>
              </a:rPr>
              <a:t>Testing for </a:t>
            </a:r>
            <a:r>
              <a:rPr lang="en-US" sz="1800" b="0" i="0" u="none" dirty="0" err="1">
                <a:solidFill>
                  <a:schemeClr val="dk1"/>
                </a:solidFill>
                <a:latin typeface="Helvetica Neue"/>
                <a:ea typeface="Helvetica Neue"/>
                <a:cs typeface="Helvetica Neue"/>
                <a:sym typeface="Helvetica Neue"/>
              </a:rPr>
              <a:t>Serializability</a:t>
            </a:r>
            <a:r>
              <a:rPr lang="en-US" sz="1800" b="0" i="0" u="none" dirty="0">
                <a:solidFill>
                  <a:schemeClr val="dk1"/>
                </a:solidFill>
                <a:latin typeface="Helvetica Neue"/>
                <a:ea typeface="Helvetica Neue"/>
                <a:cs typeface="Helvetica Neue"/>
                <a:sym typeface="Helvetica Neue"/>
              </a:rPr>
              <a:t>.</a:t>
            </a:r>
          </a:p>
          <a:p>
            <a:pPr marL="342900" lvl="0" indent="-342900" algn="l" rtl="0">
              <a:lnSpc>
                <a:spcPct val="100000"/>
              </a:lnSpc>
              <a:spcBef>
                <a:spcPts val="630"/>
              </a:spcBef>
              <a:spcAft>
                <a:spcPts val="0"/>
              </a:spcAft>
              <a:buClr>
                <a:schemeClr val="dk2"/>
              </a:buClr>
              <a:buSzPts val="1620"/>
              <a:buFont typeface="Arial"/>
              <a:buChar char="●"/>
            </a:pPr>
            <a:endParaRPr lang="en-US" dirty="0"/>
          </a:p>
          <a:p>
            <a:pPr marL="342900" lvl="0" indent="-342900" algn="l" rtl="0">
              <a:lnSpc>
                <a:spcPct val="100000"/>
              </a:lnSpc>
              <a:spcBef>
                <a:spcPts val="630"/>
              </a:spcBef>
              <a:spcAft>
                <a:spcPts val="0"/>
              </a:spcAft>
              <a:buClr>
                <a:schemeClr val="dk2"/>
              </a:buClr>
              <a:buSzPts val="1620"/>
              <a:buFont typeface="Arial"/>
              <a:buChar char="●"/>
            </a:pPr>
            <a:endParaRPr lang="en-US" dirty="0"/>
          </a:p>
          <a:p>
            <a:pPr marL="342900" lvl="0" indent="-342900" algn="l" rtl="0">
              <a:lnSpc>
                <a:spcPct val="100000"/>
              </a:lnSpc>
              <a:spcBef>
                <a:spcPts val="630"/>
              </a:spcBef>
              <a:spcAft>
                <a:spcPts val="0"/>
              </a:spcAft>
              <a:buClr>
                <a:schemeClr val="dk2"/>
              </a:buClr>
              <a:buSzPts val="1620"/>
              <a:buFont typeface="Arial"/>
              <a:buChar char="●"/>
            </a:pPr>
            <a:r>
              <a:rPr lang="en-US" b="1" dirty="0"/>
              <a:t>Transaction</a:t>
            </a:r>
            <a:r>
              <a:rPr lang="en-US" dirty="0"/>
              <a:t>: </a:t>
            </a:r>
          </a:p>
          <a:p>
            <a:pPr marL="342900" lvl="0" indent="-342900" algn="l" rtl="0">
              <a:lnSpc>
                <a:spcPct val="100000"/>
              </a:lnSpc>
              <a:spcBef>
                <a:spcPts val="630"/>
              </a:spcBef>
              <a:spcAft>
                <a:spcPts val="0"/>
              </a:spcAft>
              <a:buClr>
                <a:schemeClr val="dk2"/>
              </a:buClr>
              <a:buSzPts val="1620"/>
              <a:buFont typeface="Arial"/>
              <a:buChar char="●"/>
            </a:pPr>
            <a:r>
              <a:rPr lang="en-US" dirty="0"/>
              <a:t>set of operations used to perform a logical unit of work.</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6"/>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Transaction Concept</a:t>
            </a:r>
            <a:endParaRPr/>
          </a:p>
        </p:txBody>
      </p:sp>
      <p:sp>
        <p:nvSpPr>
          <p:cNvPr id="95" name="Google Shape;95;p16"/>
          <p:cNvSpPr txBox="1">
            <a:spLocks noGrp="1"/>
          </p:cNvSpPr>
          <p:nvPr>
            <p:ph type="body" idx="1"/>
          </p:nvPr>
        </p:nvSpPr>
        <p:spPr>
          <a:xfrm>
            <a:off x="914400" y="1106487"/>
            <a:ext cx="7386637" cy="4867275"/>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62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A </a:t>
            </a:r>
            <a:r>
              <a:rPr lang="en-US" sz="1800" b="1" i="0" u="none" dirty="0">
                <a:solidFill>
                  <a:schemeClr val="dk2"/>
                </a:solidFill>
                <a:highlight>
                  <a:srgbClr val="FFFF00"/>
                </a:highlight>
                <a:latin typeface="Helvetica Neue"/>
                <a:ea typeface="Helvetica Neue"/>
                <a:cs typeface="Helvetica Neue"/>
                <a:sym typeface="Helvetica Neue"/>
              </a:rPr>
              <a:t>transaction</a:t>
            </a:r>
            <a:r>
              <a:rPr lang="en-US" sz="1800" b="0" i="1" u="none" dirty="0">
                <a:solidFill>
                  <a:schemeClr val="dk1"/>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is a </a:t>
            </a:r>
            <a:r>
              <a:rPr lang="en-US" sz="1800" b="0" i="1" u="none" dirty="0">
                <a:solidFill>
                  <a:schemeClr val="dk1"/>
                </a:solidFill>
                <a:highlight>
                  <a:srgbClr val="FFFF00"/>
                </a:highlight>
                <a:latin typeface="Helvetica Neue"/>
                <a:ea typeface="Helvetica Neue"/>
                <a:cs typeface="Helvetica Neue"/>
                <a:sym typeface="Helvetica Neue"/>
              </a:rPr>
              <a:t>unit </a:t>
            </a:r>
            <a:r>
              <a:rPr lang="en-US" sz="1800" b="0" i="0" u="none" dirty="0">
                <a:solidFill>
                  <a:schemeClr val="dk1"/>
                </a:solidFill>
                <a:highlight>
                  <a:srgbClr val="FFFF00"/>
                </a:highlight>
                <a:latin typeface="Helvetica Neue"/>
                <a:ea typeface="Helvetica Neue"/>
                <a:cs typeface="Helvetica Neue"/>
                <a:sym typeface="Helvetica Neue"/>
              </a:rPr>
              <a:t>of program execution that accesses and  possibly updates various data items.</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latin typeface="Helvetica Neue"/>
                <a:ea typeface="Helvetica Neue"/>
                <a:cs typeface="Helvetica Neue"/>
                <a:sym typeface="Helvetica Neue"/>
              </a:rPr>
              <a:t>E.g. transaction to transfer $50 from account A to account B:</a:t>
            </a:r>
            <a:endParaRPr dirty="0"/>
          </a:p>
          <a:p>
            <a:pPr marL="742950" lvl="1" indent="-285750" algn="l" rtl="0">
              <a:lnSpc>
                <a:spcPct val="100000"/>
              </a:lnSpc>
              <a:spcBef>
                <a:spcPts val="560"/>
              </a:spcBef>
              <a:spcAft>
                <a:spcPts val="0"/>
              </a:spcAft>
              <a:buSzPts val="1280"/>
              <a:buNone/>
            </a:pPr>
            <a:r>
              <a:rPr lang="en-US" sz="1600" b="0" i="0" u="none" dirty="0">
                <a:solidFill>
                  <a:schemeClr val="dk1"/>
                </a:solidFill>
                <a:latin typeface="Helvetica Neue"/>
                <a:ea typeface="Helvetica Neue"/>
                <a:cs typeface="Helvetica Neue"/>
                <a:sym typeface="Helvetica Neue"/>
              </a:rPr>
              <a:t>1.	</a:t>
            </a:r>
            <a:r>
              <a:rPr lang="en-US" sz="1600" b="1" i="0" u="none" dirty="0">
                <a:solidFill>
                  <a:schemeClr val="dk1"/>
                </a:solidFill>
                <a:latin typeface="Helvetica Neue"/>
                <a:ea typeface="Helvetica Neue"/>
                <a:cs typeface="Helvetica Neue"/>
                <a:sym typeface="Helvetica Neue"/>
              </a:rPr>
              <a:t>read</a:t>
            </a:r>
            <a:r>
              <a:rPr lang="en-US" sz="1600" b="0" i="0" u="none" dirty="0">
                <a:solidFill>
                  <a:schemeClr val="dk1"/>
                </a:solidFill>
                <a:latin typeface="Helvetica Neue"/>
                <a:ea typeface="Helvetica Neue"/>
                <a:cs typeface="Helvetica Neue"/>
                <a:sym typeface="Helvetica Neue"/>
              </a:rPr>
              <a:t>(</a:t>
            </a:r>
            <a:r>
              <a:rPr lang="en-US" sz="1600" b="0" i="1" u="none" dirty="0">
                <a:solidFill>
                  <a:schemeClr val="dk1"/>
                </a:solidFill>
                <a:latin typeface="Helvetica Neue"/>
                <a:ea typeface="Helvetica Neue"/>
                <a:cs typeface="Helvetica Neue"/>
                <a:sym typeface="Helvetica Neue"/>
              </a:rPr>
              <a:t>A</a:t>
            </a:r>
            <a:r>
              <a:rPr lang="en-US" sz="1600" b="0" i="0" u="none" dirty="0">
                <a:solidFill>
                  <a:schemeClr val="dk1"/>
                </a:solidFill>
                <a:latin typeface="Helvetica Neue"/>
                <a:ea typeface="Helvetica Neue"/>
                <a:cs typeface="Helvetica Neue"/>
                <a:sym typeface="Helvetica Neue"/>
              </a:rPr>
              <a:t>)</a:t>
            </a:r>
            <a:endParaRPr dirty="0"/>
          </a:p>
          <a:p>
            <a:pPr marL="742950" lvl="1" indent="-285750" algn="l" rtl="0">
              <a:lnSpc>
                <a:spcPct val="100000"/>
              </a:lnSpc>
              <a:spcBef>
                <a:spcPts val="560"/>
              </a:spcBef>
              <a:spcAft>
                <a:spcPts val="0"/>
              </a:spcAft>
              <a:buSzPts val="1280"/>
              <a:buNone/>
            </a:pPr>
            <a:r>
              <a:rPr lang="en-US" sz="1600" b="0" i="0" u="none" dirty="0">
                <a:solidFill>
                  <a:schemeClr val="dk1"/>
                </a:solidFill>
                <a:latin typeface="Helvetica Neue"/>
                <a:ea typeface="Helvetica Neue"/>
                <a:cs typeface="Helvetica Neue"/>
                <a:sym typeface="Helvetica Neue"/>
              </a:rPr>
              <a:t>2.	</a:t>
            </a:r>
            <a:r>
              <a:rPr lang="en-US" sz="1600" b="0" i="1" u="none" dirty="0">
                <a:solidFill>
                  <a:schemeClr val="dk1"/>
                </a:solidFill>
                <a:latin typeface="Helvetica Neue"/>
                <a:ea typeface="Helvetica Neue"/>
                <a:cs typeface="Helvetica Neue"/>
                <a:sym typeface="Helvetica Neue"/>
              </a:rPr>
              <a:t>A</a:t>
            </a:r>
            <a:r>
              <a:rPr lang="en-US" sz="1600" b="0" i="0" u="none" dirty="0">
                <a:solidFill>
                  <a:schemeClr val="dk1"/>
                </a:solidFill>
                <a:latin typeface="Helvetica Neue"/>
                <a:ea typeface="Helvetica Neue"/>
                <a:cs typeface="Helvetica Neue"/>
                <a:sym typeface="Helvetica Neue"/>
              </a:rPr>
              <a:t> := </a:t>
            </a:r>
            <a:r>
              <a:rPr lang="en-US" sz="1600" b="0" i="1" u="none" dirty="0">
                <a:solidFill>
                  <a:schemeClr val="dk1"/>
                </a:solidFill>
                <a:latin typeface="Helvetica Neue"/>
                <a:ea typeface="Helvetica Neue"/>
                <a:cs typeface="Helvetica Neue"/>
                <a:sym typeface="Helvetica Neue"/>
              </a:rPr>
              <a:t>A – </a:t>
            </a:r>
            <a:r>
              <a:rPr lang="en-US" sz="1600" b="0" i="0" u="none" dirty="0">
                <a:solidFill>
                  <a:schemeClr val="dk1"/>
                </a:solidFill>
                <a:latin typeface="Helvetica Neue"/>
                <a:ea typeface="Helvetica Neue"/>
                <a:cs typeface="Helvetica Neue"/>
                <a:sym typeface="Helvetica Neue"/>
              </a:rPr>
              <a:t>50</a:t>
            </a:r>
            <a:endParaRPr dirty="0"/>
          </a:p>
          <a:p>
            <a:pPr marL="742950" lvl="1" indent="-285750" algn="l" rtl="0">
              <a:lnSpc>
                <a:spcPct val="100000"/>
              </a:lnSpc>
              <a:spcBef>
                <a:spcPts val="560"/>
              </a:spcBef>
              <a:spcAft>
                <a:spcPts val="0"/>
              </a:spcAft>
              <a:buSzPts val="1280"/>
              <a:buNone/>
            </a:pPr>
            <a:r>
              <a:rPr lang="en-US" sz="1600" b="0" i="0" u="none" dirty="0">
                <a:solidFill>
                  <a:schemeClr val="dk1"/>
                </a:solidFill>
                <a:latin typeface="Helvetica Neue"/>
                <a:ea typeface="Helvetica Neue"/>
                <a:cs typeface="Helvetica Neue"/>
                <a:sym typeface="Helvetica Neue"/>
              </a:rPr>
              <a:t>3.	</a:t>
            </a:r>
            <a:r>
              <a:rPr lang="en-US" sz="1600" b="1" i="0" u="none" dirty="0">
                <a:solidFill>
                  <a:schemeClr val="dk1"/>
                </a:solidFill>
                <a:latin typeface="Helvetica Neue"/>
                <a:ea typeface="Helvetica Neue"/>
                <a:cs typeface="Helvetica Neue"/>
                <a:sym typeface="Helvetica Neue"/>
              </a:rPr>
              <a:t>write</a:t>
            </a:r>
            <a:r>
              <a:rPr lang="en-US" sz="1600" b="0" i="0" u="none" dirty="0">
                <a:solidFill>
                  <a:schemeClr val="dk1"/>
                </a:solidFill>
                <a:latin typeface="Helvetica Neue"/>
                <a:ea typeface="Helvetica Neue"/>
                <a:cs typeface="Helvetica Neue"/>
                <a:sym typeface="Helvetica Neue"/>
              </a:rPr>
              <a:t>(</a:t>
            </a:r>
            <a:r>
              <a:rPr lang="en-US" sz="1600" b="0" i="1" u="none" dirty="0">
                <a:solidFill>
                  <a:schemeClr val="dk1"/>
                </a:solidFill>
                <a:latin typeface="Helvetica Neue"/>
                <a:ea typeface="Helvetica Neue"/>
                <a:cs typeface="Helvetica Neue"/>
                <a:sym typeface="Helvetica Neue"/>
              </a:rPr>
              <a:t>A</a:t>
            </a:r>
            <a:r>
              <a:rPr lang="en-US" sz="1600" b="0" i="0" u="none" dirty="0">
                <a:solidFill>
                  <a:schemeClr val="dk1"/>
                </a:solidFill>
                <a:latin typeface="Helvetica Neue"/>
                <a:ea typeface="Helvetica Neue"/>
                <a:cs typeface="Helvetica Neue"/>
                <a:sym typeface="Helvetica Neue"/>
              </a:rPr>
              <a:t>)</a:t>
            </a:r>
            <a:endParaRPr dirty="0"/>
          </a:p>
          <a:p>
            <a:pPr marL="742950" lvl="1" indent="-285750" algn="l" rtl="0">
              <a:lnSpc>
                <a:spcPct val="100000"/>
              </a:lnSpc>
              <a:spcBef>
                <a:spcPts val="560"/>
              </a:spcBef>
              <a:spcAft>
                <a:spcPts val="0"/>
              </a:spcAft>
              <a:buSzPts val="1280"/>
              <a:buNone/>
            </a:pPr>
            <a:r>
              <a:rPr lang="en-US" sz="1600" b="0" i="0" u="none" dirty="0">
                <a:solidFill>
                  <a:schemeClr val="dk1"/>
                </a:solidFill>
                <a:latin typeface="Helvetica Neue"/>
                <a:ea typeface="Helvetica Neue"/>
                <a:cs typeface="Helvetica Neue"/>
                <a:sym typeface="Helvetica Neue"/>
              </a:rPr>
              <a:t>4.	</a:t>
            </a:r>
            <a:r>
              <a:rPr lang="en-US" sz="1600" b="1" i="0" u="none" dirty="0">
                <a:solidFill>
                  <a:schemeClr val="dk1"/>
                </a:solidFill>
                <a:latin typeface="Helvetica Neue"/>
                <a:ea typeface="Helvetica Neue"/>
                <a:cs typeface="Helvetica Neue"/>
                <a:sym typeface="Helvetica Neue"/>
              </a:rPr>
              <a:t>read</a:t>
            </a:r>
            <a:r>
              <a:rPr lang="en-US" sz="1600" b="0" i="0" u="none" dirty="0">
                <a:solidFill>
                  <a:schemeClr val="dk1"/>
                </a:solidFill>
                <a:latin typeface="Helvetica Neue"/>
                <a:ea typeface="Helvetica Neue"/>
                <a:cs typeface="Helvetica Neue"/>
                <a:sym typeface="Helvetica Neue"/>
              </a:rPr>
              <a:t>(</a:t>
            </a:r>
            <a:r>
              <a:rPr lang="en-US" sz="1600" b="0" i="1" u="none" dirty="0">
                <a:solidFill>
                  <a:schemeClr val="dk1"/>
                </a:solidFill>
                <a:latin typeface="Helvetica Neue"/>
                <a:ea typeface="Helvetica Neue"/>
                <a:cs typeface="Helvetica Neue"/>
                <a:sym typeface="Helvetica Neue"/>
              </a:rPr>
              <a:t>B</a:t>
            </a:r>
            <a:r>
              <a:rPr lang="en-US" sz="1600" b="0" i="0" u="none" dirty="0">
                <a:solidFill>
                  <a:schemeClr val="dk1"/>
                </a:solidFill>
                <a:latin typeface="Helvetica Neue"/>
                <a:ea typeface="Helvetica Neue"/>
                <a:cs typeface="Helvetica Neue"/>
                <a:sym typeface="Helvetica Neue"/>
              </a:rPr>
              <a:t>)</a:t>
            </a:r>
            <a:endParaRPr dirty="0"/>
          </a:p>
          <a:p>
            <a:pPr marL="742950" lvl="1" indent="-285750" algn="l" rtl="0">
              <a:lnSpc>
                <a:spcPct val="100000"/>
              </a:lnSpc>
              <a:spcBef>
                <a:spcPts val="560"/>
              </a:spcBef>
              <a:spcAft>
                <a:spcPts val="0"/>
              </a:spcAft>
              <a:buSzPts val="1280"/>
              <a:buNone/>
            </a:pPr>
            <a:r>
              <a:rPr lang="en-US" sz="1600" b="0" i="0" u="none" dirty="0">
                <a:solidFill>
                  <a:schemeClr val="dk1"/>
                </a:solidFill>
                <a:latin typeface="Helvetica Neue"/>
                <a:ea typeface="Helvetica Neue"/>
                <a:cs typeface="Helvetica Neue"/>
                <a:sym typeface="Helvetica Neue"/>
              </a:rPr>
              <a:t>5.	</a:t>
            </a:r>
            <a:r>
              <a:rPr lang="en-US" sz="1600" b="0" i="1" u="none" dirty="0">
                <a:solidFill>
                  <a:schemeClr val="dk1"/>
                </a:solidFill>
                <a:latin typeface="Helvetica Neue"/>
                <a:ea typeface="Helvetica Neue"/>
                <a:cs typeface="Helvetica Neue"/>
                <a:sym typeface="Helvetica Neue"/>
              </a:rPr>
              <a:t>B</a:t>
            </a:r>
            <a:r>
              <a:rPr lang="en-US" sz="1600" b="0" i="0" u="none" dirty="0">
                <a:solidFill>
                  <a:schemeClr val="dk1"/>
                </a:solidFill>
                <a:latin typeface="Helvetica Neue"/>
                <a:ea typeface="Helvetica Neue"/>
                <a:cs typeface="Helvetica Neue"/>
                <a:sym typeface="Helvetica Neue"/>
              </a:rPr>
              <a:t> := </a:t>
            </a:r>
            <a:r>
              <a:rPr lang="en-US" sz="1600" b="0" i="1" u="none" dirty="0">
                <a:solidFill>
                  <a:schemeClr val="dk1"/>
                </a:solidFill>
                <a:latin typeface="Helvetica Neue"/>
                <a:ea typeface="Helvetica Neue"/>
                <a:cs typeface="Helvetica Neue"/>
                <a:sym typeface="Helvetica Neue"/>
              </a:rPr>
              <a:t>B + </a:t>
            </a:r>
            <a:r>
              <a:rPr lang="en-US" sz="1600" b="0" i="0" u="none" dirty="0">
                <a:solidFill>
                  <a:schemeClr val="dk1"/>
                </a:solidFill>
                <a:latin typeface="Helvetica Neue"/>
                <a:ea typeface="Helvetica Neue"/>
                <a:cs typeface="Helvetica Neue"/>
                <a:sym typeface="Helvetica Neue"/>
              </a:rPr>
              <a:t>50</a:t>
            </a:r>
            <a:endParaRPr dirty="0"/>
          </a:p>
          <a:p>
            <a:pPr marL="742950" lvl="1" indent="-285750" algn="l" rtl="0">
              <a:lnSpc>
                <a:spcPct val="100000"/>
              </a:lnSpc>
              <a:spcBef>
                <a:spcPts val="560"/>
              </a:spcBef>
              <a:spcAft>
                <a:spcPts val="0"/>
              </a:spcAft>
              <a:buSzPts val="1280"/>
              <a:buNone/>
            </a:pPr>
            <a:r>
              <a:rPr lang="en-US" sz="1600" b="0" i="0" u="none" dirty="0">
                <a:solidFill>
                  <a:schemeClr val="dk1"/>
                </a:solidFill>
                <a:latin typeface="Helvetica Neue"/>
                <a:ea typeface="Helvetica Neue"/>
                <a:cs typeface="Helvetica Neue"/>
                <a:sym typeface="Helvetica Neue"/>
              </a:rPr>
              <a:t>6.	</a:t>
            </a:r>
            <a:r>
              <a:rPr lang="en-US" sz="1600" b="1" i="0" u="none" dirty="0">
                <a:solidFill>
                  <a:schemeClr val="dk1"/>
                </a:solidFill>
                <a:latin typeface="Helvetica Neue"/>
                <a:ea typeface="Helvetica Neue"/>
                <a:cs typeface="Helvetica Neue"/>
                <a:sym typeface="Helvetica Neue"/>
              </a:rPr>
              <a:t>write</a:t>
            </a:r>
            <a:r>
              <a:rPr lang="en-US" sz="1600" b="0" i="0" u="none" dirty="0">
                <a:solidFill>
                  <a:schemeClr val="dk1"/>
                </a:solidFill>
                <a:latin typeface="Helvetica Neue"/>
                <a:ea typeface="Helvetica Neue"/>
                <a:cs typeface="Helvetica Neue"/>
                <a:sym typeface="Helvetica Neue"/>
              </a:rPr>
              <a:t>(</a:t>
            </a:r>
            <a:r>
              <a:rPr lang="en-US" sz="1600" b="0" i="1" u="none" dirty="0">
                <a:solidFill>
                  <a:schemeClr val="dk1"/>
                </a:solidFill>
                <a:latin typeface="Helvetica Neue"/>
                <a:ea typeface="Helvetica Neue"/>
                <a:cs typeface="Helvetica Neue"/>
                <a:sym typeface="Helvetica Neue"/>
              </a:rPr>
              <a:t>B)</a:t>
            </a:r>
            <a:endParaRPr sz="1800" b="0" i="0" u="none" dirty="0">
              <a:solidFill>
                <a:schemeClr val="dk1"/>
              </a:solidFill>
              <a:latin typeface="Helvetica Neue"/>
              <a:ea typeface="Helvetica Neue"/>
              <a:cs typeface="Helvetica Neue"/>
              <a:sym typeface="Helvetica Neue"/>
            </a:endParaRPr>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latin typeface="Helvetica Neue"/>
                <a:ea typeface="Helvetica Neue"/>
                <a:cs typeface="Helvetica Neue"/>
                <a:sym typeface="Helvetica Neue"/>
              </a:rPr>
              <a:t>Two main issues to deal with:</a:t>
            </a:r>
            <a:endParaRPr dirty="0"/>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Failures of various kinds, such as hardware failures and system crashes</a:t>
            </a:r>
            <a:endParaRPr dirty="0">
              <a:highlight>
                <a:srgbClr val="FFFF00"/>
              </a:highlight>
            </a:endParaRPr>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Concurrent execution of multiple transactions</a:t>
            </a:r>
            <a:endParaRPr dirty="0">
              <a:highlight>
                <a:srgbClr val="FFFF00"/>
              </a:highligh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7"/>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Example of Fund Transfer</a:t>
            </a:r>
            <a:endParaRPr/>
          </a:p>
        </p:txBody>
      </p:sp>
      <p:sp>
        <p:nvSpPr>
          <p:cNvPr id="102" name="Google Shape;102;p17"/>
          <p:cNvSpPr txBox="1">
            <a:spLocks noGrp="1"/>
          </p:cNvSpPr>
          <p:nvPr>
            <p:ph type="body" idx="1"/>
          </p:nvPr>
        </p:nvSpPr>
        <p:spPr>
          <a:xfrm>
            <a:off x="914400" y="1106487"/>
            <a:ext cx="7653337" cy="5000625"/>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440"/>
              <a:buFont typeface="Arial"/>
              <a:buChar char="●"/>
            </a:pPr>
            <a:r>
              <a:rPr lang="en-US" sz="1600" b="0" i="0" u="none" dirty="0">
                <a:solidFill>
                  <a:schemeClr val="dk1"/>
                </a:solidFill>
                <a:latin typeface="Helvetica Neue"/>
                <a:ea typeface="Helvetica Neue"/>
                <a:cs typeface="Helvetica Neue"/>
                <a:sym typeface="Helvetica Neue"/>
              </a:rPr>
              <a:t>Transaction to transfer $50 from account A to account B:</a:t>
            </a:r>
            <a:endParaRPr dirty="0"/>
          </a:p>
          <a:p>
            <a:pPr marL="742950" lvl="1" indent="-285750" algn="l" rtl="0">
              <a:lnSpc>
                <a:spcPct val="100000"/>
              </a:lnSpc>
              <a:spcBef>
                <a:spcPts val="490"/>
              </a:spcBef>
              <a:spcAft>
                <a:spcPts val="0"/>
              </a:spcAft>
              <a:buSzPts val="1120"/>
              <a:buNone/>
            </a:pPr>
            <a:r>
              <a:rPr lang="en-US" sz="1400" b="0" i="0" u="none" dirty="0">
                <a:solidFill>
                  <a:schemeClr val="dk1"/>
                </a:solidFill>
                <a:latin typeface="Helvetica Neue"/>
                <a:ea typeface="Helvetica Neue"/>
                <a:cs typeface="Helvetica Neue"/>
                <a:sym typeface="Helvetica Neue"/>
              </a:rPr>
              <a:t>1.	</a:t>
            </a:r>
            <a:r>
              <a:rPr lang="en-US" sz="1400" b="1" i="0" u="none" dirty="0">
                <a:solidFill>
                  <a:schemeClr val="dk1"/>
                </a:solidFill>
                <a:latin typeface="Helvetica Neue"/>
                <a:ea typeface="Helvetica Neue"/>
                <a:cs typeface="Helvetica Neue"/>
                <a:sym typeface="Helvetica Neue"/>
              </a:rPr>
              <a:t>read</a:t>
            </a:r>
            <a:r>
              <a:rPr lang="en-US" sz="1400" b="0" i="0" u="none" dirty="0">
                <a:solidFill>
                  <a:schemeClr val="dk1"/>
                </a:solidFill>
                <a:latin typeface="Helvetica Neue"/>
                <a:ea typeface="Helvetica Neue"/>
                <a:cs typeface="Helvetica Neue"/>
                <a:sym typeface="Helvetica Neue"/>
              </a:rPr>
              <a:t>(</a:t>
            </a:r>
            <a:r>
              <a:rPr lang="en-US" sz="1400" b="0" i="1" u="none" dirty="0">
                <a:solidFill>
                  <a:schemeClr val="dk1"/>
                </a:solidFill>
                <a:latin typeface="Helvetica Neue"/>
                <a:ea typeface="Helvetica Neue"/>
                <a:cs typeface="Helvetica Neue"/>
                <a:sym typeface="Helvetica Neue"/>
              </a:rPr>
              <a:t>A</a:t>
            </a:r>
            <a:r>
              <a:rPr lang="en-US" sz="1400" b="0" i="0" u="none" dirty="0">
                <a:solidFill>
                  <a:schemeClr val="dk1"/>
                </a:solidFill>
                <a:latin typeface="Helvetica Neue"/>
                <a:ea typeface="Helvetica Neue"/>
                <a:cs typeface="Helvetica Neue"/>
                <a:sym typeface="Helvetica Neue"/>
              </a:rPr>
              <a:t>)</a:t>
            </a:r>
            <a:endParaRPr dirty="0"/>
          </a:p>
          <a:p>
            <a:pPr marL="742950" lvl="1" indent="-285750" algn="l" rtl="0">
              <a:lnSpc>
                <a:spcPct val="100000"/>
              </a:lnSpc>
              <a:spcBef>
                <a:spcPts val="490"/>
              </a:spcBef>
              <a:spcAft>
                <a:spcPts val="0"/>
              </a:spcAft>
              <a:buSzPts val="1120"/>
              <a:buNone/>
            </a:pPr>
            <a:r>
              <a:rPr lang="en-US" sz="1400" b="0" i="0" u="none" dirty="0">
                <a:solidFill>
                  <a:schemeClr val="dk1"/>
                </a:solidFill>
                <a:latin typeface="Helvetica Neue"/>
                <a:ea typeface="Helvetica Neue"/>
                <a:cs typeface="Helvetica Neue"/>
                <a:sym typeface="Helvetica Neue"/>
              </a:rPr>
              <a:t>2.	</a:t>
            </a:r>
            <a:r>
              <a:rPr lang="en-US" sz="1400" b="0" i="1" u="none" dirty="0">
                <a:solidFill>
                  <a:schemeClr val="dk1"/>
                </a:solidFill>
                <a:latin typeface="Helvetica Neue"/>
                <a:ea typeface="Helvetica Neue"/>
                <a:cs typeface="Helvetica Neue"/>
                <a:sym typeface="Helvetica Neue"/>
              </a:rPr>
              <a:t>A</a:t>
            </a:r>
            <a:r>
              <a:rPr lang="en-US" sz="1400" b="0" i="0" u="none" dirty="0">
                <a:solidFill>
                  <a:schemeClr val="dk1"/>
                </a:solidFill>
                <a:latin typeface="Helvetica Neue"/>
                <a:ea typeface="Helvetica Neue"/>
                <a:cs typeface="Helvetica Neue"/>
                <a:sym typeface="Helvetica Neue"/>
              </a:rPr>
              <a:t> := </a:t>
            </a:r>
            <a:r>
              <a:rPr lang="en-US" sz="1400" b="0" i="1" u="none" dirty="0">
                <a:solidFill>
                  <a:schemeClr val="dk1"/>
                </a:solidFill>
                <a:latin typeface="Helvetica Neue"/>
                <a:ea typeface="Helvetica Neue"/>
                <a:cs typeface="Helvetica Neue"/>
                <a:sym typeface="Helvetica Neue"/>
              </a:rPr>
              <a:t>A – </a:t>
            </a:r>
            <a:r>
              <a:rPr lang="en-US" sz="1400" b="0" i="0" u="none" dirty="0">
                <a:solidFill>
                  <a:schemeClr val="dk1"/>
                </a:solidFill>
                <a:latin typeface="Helvetica Neue"/>
                <a:ea typeface="Helvetica Neue"/>
                <a:cs typeface="Helvetica Neue"/>
                <a:sym typeface="Helvetica Neue"/>
              </a:rPr>
              <a:t>50</a:t>
            </a:r>
            <a:endParaRPr dirty="0"/>
          </a:p>
          <a:p>
            <a:pPr marL="742950" lvl="1" indent="-285750" algn="l" rtl="0">
              <a:lnSpc>
                <a:spcPct val="100000"/>
              </a:lnSpc>
              <a:spcBef>
                <a:spcPts val="490"/>
              </a:spcBef>
              <a:spcAft>
                <a:spcPts val="0"/>
              </a:spcAft>
              <a:buSzPts val="1120"/>
              <a:buNone/>
            </a:pPr>
            <a:r>
              <a:rPr lang="en-US" sz="1400" b="0" i="0" u="none" dirty="0">
                <a:solidFill>
                  <a:schemeClr val="dk1"/>
                </a:solidFill>
                <a:latin typeface="Helvetica Neue"/>
                <a:ea typeface="Helvetica Neue"/>
                <a:cs typeface="Helvetica Neue"/>
                <a:sym typeface="Helvetica Neue"/>
              </a:rPr>
              <a:t>3.	</a:t>
            </a:r>
            <a:r>
              <a:rPr lang="en-US" sz="1400" b="1" i="0" u="none" dirty="0">
                <a:solidFill>
                  <a:schemeClr val="dk1"/>
                </a:solidFill>
                <a:latin typeface="Helvetica Neue"/>
                <a:ea typeface="Helvetica Neue"/>
                <a:cs typeface="Helvetica Neue"/>
                <a:sym typeface="Helvetica Neue"/>
              </a:rPr>
              <a:t>write</a:t>
            </a:r>
            <a:r>
              <a:rPr lang="en-US" sz="1400" b="0" i="0" u="none" dirty="0">
                <a:solidFill>
                  <a:schemeClr val="dk1"/>
                </a:solidFill>
                <a:latin typeface="Helvetica Neue"/>
                <a:ea typeface="Helvetica Neue"/>
                <a:cs typeface="Helvetica Neue"/>
                <a:sym typeface="Helvetica Neue"/>
              </a:rPr>
              <a:t>(</a:t>
            </a:r>
            <a:r>
              <a:rPr lang="en-US" sz="1400" b="0" i="1" u="none" dirty="0">
                <a:solidFill>
                  <a:schemeClr val="dk1"/>
                </a:solidFill>
                <a:latin typeface="Helvetica Neue"/>
                <a:ea typeface="Helvetica Neue"/>
                <a:cs typeface="Helvetica Neue"/>
                <a:sym typeface="Helvetica Neue"/>
              </a:rPr>
              <a:t>A</a:t>
            </a:r>
            <a:r>
              <a:rPr lang="en-US" sz="1400" b="0" i="0" u="none" dirty="0">
                <a:solidFill>
                  <a:schemeClr val="dk1"/>
                </a:solidFill>
                <a:latin typeface="Helvetica Neue"/>
                <a:ea typeface="Helvetica Neue"/>
                <a:cs typeface="Helvetica Neue"/>
                <a:sym typeface="Helvetica Neue"/>
              </a:rPr>
              <a:t>)</a:t>
            </a:r>
            <a:endParaRPr dirty="0"/>
          </a:p>
          <a:p>
            <a:pPr marL="742950" lvl="1" indent="-285750" algn="l" rtl="0">
              <a:lnSpc>
                <a:spcPct val="100000"/>
              </a:lnSpc>
              <a:spcBef>
                <a:spcPts val="490"/>
              </a:spcBef>
              <a:spcAft>
                <a:spcPts val="0"/>
              </a:spcAft>
              <a:buSzPts val="1120"/>
              <a:buNone/>
            </a:pPr>
            <a:r>
              <a:rPr lang="en-US" sz="1400" b="0" i="0" u="none" dirty="0">
                <a:solidFill>
                  <a:schemeClr val="dk1"/>
                </a:solidFill>
                <a:latin typeface="Helvetica Neue"/>
                <a:ea typeface="Helvetica Neue"/>
                <a:cs typeface="Helvetica Neue"/>
                <a:sym typeface="Helvetica Neue"/>
              </a:rPr>
              <a:t>4.	</a:t>
            </a:r>
            <a:r>
              <a:rPr lang="en-US" sz="1400" b="1" i="0" u="none" dirty="0">
                <a:solidFill>
                  <a:schemeClr val="dk1"/>
                </a:solidFill>
                <a:latin typeface="Helvetica Neue"/>
                <a:ea typeface="Helvetica Neue"/>
                <a:cs typeface="Helvetica Neue"/>
                <a:sym typeface="Helvetica Neue"/>
              </a:rPr>
              <a:t>read</a:t>
            </a:r>
            <a:r>
              <a:rPr lang="en-US" sz="1400" b="0" i="0" u="none" dirty="0">
                <a:solidFill>
                  <a:schemeClr val="dk1"/>
                </a:solidFill>
                <a:latin typeface="Helvetica Neue"/>
                <a:ea typeface="Helvetica Neue"/>
                <a:cs typeface="Helvetica Neue"/>
                <a:sym typeface="Helvetica Neue"/>
              </a:rPr>
              <a:t>(</a:t>
            </a:r>
            <a:r>
              <a:rPr lang="en-US" sz="1400" b="0" i="1" u="none" dirty="0">
                <a:solidFill>
                  <a:schemeClr val="dk1"/>
                </a:solidFill>
                <a:latin typeface="Helvetica Neue"/>
                <a:ea typeface="Helvetica Neue"/>
                <a:cs typeface="Helvetica Neue"/>
                <a:sym typeface="Helvetica Neue"/>
              </a:rPr>
              <a:t>B</a:t>
            </a:r>
            <a:r>
              <a:rPr lang="en-US" sz="1400" b="0" i="0" u="none" dirty="0">
                <a:solidFill>
                  <a:schemeClr val="dk1"/>
                </a:solidFill>
                <a:latin typeface="Helvetica Neue"/>
                <a:ea typeface="Helvetica Neue"/>
                <a:cs typeface="Helvetica Neue"/>
                <a:sym typeface="Helvetica Neue"/>
              </a:rPr>
              <a:t>)</a:t>
            </a:r>
            <a:endParaRPr dirty="0"/>
          </a:p>
          <a:p>
            <a:pPr marL="742950" lvl="1" indent="-285750" algn="l" rtl="0">
              <a:lnSpc>
                <a:spcPct val="100000"/>
              </a:lnSpc>
              <a:spcBef>
                <a:spcPts val="490"/>
              </a:spcBef>
              <a:spcAft>
                <a:spcPts val="0"/>
              </a:spcAft>
              <a:buSzPts val="1120"/>
              <a:buNone/>
            </a:pPr>
            <a:r>
              <a:rPr lang="en-US" sz="1400" b="0" i="0" u="none" dirty="0">
                <a:solidFill>
                  <a:schemeClr val="dk1"/>
                </a:solidFill>
                <a:latin typeface="Helvetica Neue"/>
                <a:ea typeface="Helvetica Neue"/>
                <a:cs typeface="Helvetica Neue"/>
                <a:sym typeface="Helvetica Neue"/>
              </a:rPr>
              <a:t>5.	</a:t>
            </a:r>
            <a:r>
              <a:rPr lang="en-US" sz="1400" b="0" i="1" u="none" dirty="0">
                <a:solidFill>
                  <a:schemeClr val="dk1"/>
                </a:solidFill>
                <a:latin typeface="Helvetica Neue"/>
                <a:ea typeface="Helvetica Neue"/>
                <a:cs typeface="Helvetica Neue"/>
                <a:sym typeface="Helvetica Neue"/>
              </a:rPr>
              <a:t>B</a:t>
            </a:r>
            <a:r>
              <a:rPr lang="en-US" sz="1400" b="0" i="0" u="none" dirty="0">
                <a:solidFill>
                  <a:schemeClr val="dk1"/>
                </a:solidFill>
                <a:latin typeface="Helvetica Neue"/>
                <a:ea typeface="Helvetica Neue"/>
                <a:cs typeface="Helvetica Neue"/>
                <a:sym typeface="Helvetica Neue"/>
              </a:rPr>
              <a:t> := </a:t>
            </a:r>
            <a:r>
              <a:rPr lang="en-US" sz="1400" b="0" i="1" u="none" dirty="0">
                <a:solidFill>
                  <a:schemeClr val="dk1"/>
                </a:solidFill>
                <a:latin typeface="Helvetica Neue"/>
                <a:ea typeface="Helvetica Neue"/>
                <a:cs typeface="Helvetica Neue"/>
                <a:sym typeface="Helvetica Neue"/>
              </a:rPr>
              <a:t>B + </a:t>
            </a:r>
            <a:r>
              <a:rPr lang="en-US" sz="1400" b="0" i="0" u="none" dirty="0">
                <a:solidFill>
                  <a:schemeClr val="dk1"/>
                </a:solidFill>
                <a:latin typeface="Helvetica Neue"/>
                <a:ea typeface="Helvetica Neue"/>
                <a:cs typeface="Helvetica Neue"/>
                <a:sym typeface="Helvetica Neue"/>
              </a:rPr>
              <a:t>50</a:t>
            </a:r>
            <a:endParaRPr dirty="0"/>
          </a:p>
          <a:p>
            <a:pPr marL="742950" lvl="1" indent="-285750" algn="l" rtl="0">
              <a:lnSpc>
                <a:spcPct val="100000"/>
              </a:lnSpc>
              <a:spcBef>
                <a:spcPts val="490"/>
              </a:spcBef>
              <a:spcAft>
                <a:spcPts val="0"/>
              </a:spcAft>
              <a:buSzPts val="1120"/>
              <a:buNone/>
            </a:pPr>
            <a:r>
              <a:rPr lang="en-US" sz="1400" b="0" i="0" u="none" dirty="0">
                <a:solidFill>
                  <a:schemeClr val="dk1"/>
                </a:solidFill>
                <a:latin typeface="Helvetica Neue"/>
                <a:ea typeface="Helvetica Neue"/>
                <a:cs typeface="Helvetica Neue"/>
                <a:sym typeface="Helvetica Neue"/>
              </a:rPr>
              <a:t>6.	</a:t>
            </a:r>
            <a:r>
              <a:rPr lang="en-US" sz="1400" b="1" i="0" u="none" dirty="0">
                <a:solidFill>
                  <a:schemeClr val="dk1"/>
                </a:solidFill>
                <a:latin typeface="Helvetica Neue"/>
                <a:ea typeface="Helvetica Neue"/>
                <a:cs typeface="Helvetica Neue"/>
                <a:sym typeface="Helvetica Neue"/>
              </a:rPr>
              <a:t>write</a:t>
            </a:r>
            <a:r>
              <a:rPr lang="en-US" sz="1400" b="0" i="0" u="none" dirty="0">
                <a:solidFill>
                  <a:schemeClr val="dk1"/>
                </a:solidFill>
                <a:latin typeface="Helvetica Neue"/>
                <a:ea typeface="Helvetica Neue"/>
                <a:cs typeface="Helvetica Neue"/>
                <a:sym typeface="Helvetica Neue"/>
              </a:rPr>
              <a:t>(</a:t>
            </a:r>
            <a:r>
              <a:rPr lang="en-US" sz="1400" b="0" i="1" u="none" dirty="0">
                <a:solidFill>
                  <a:schemeClr val="dk1"/>
                </a:solidFill>
                <a:latin typeface="Helvetica Neue"/>
                <a:ea typeface="Helvetica Neue"/>
                <a:cs typeface="Helvetica Neue"/>
                <a:sym typeface="Helvetica Neue"/>
              </a:rPr>
              <a:t>B)</a:t>
            </a:r>
            <a:endParaRPr dirty="0"/>
          </a:p>
          <a:p>
            <a:pPr marL="342900" lvl="0" indent="-342900" algn="l" rtl="0">
              <a:lnSpc>
                <a:spcPct val="100000"/>
              </a:lnSpc>
              <a:spcBef>
                <a:spcPts val="560"/>
              </a:spcBef>
              <a:spcAft>
                <a:spcPts val="0"/>
              </a:spcAft>
              <a:buClr>
                <a:schemeClr val="dk2"/>
              </a:buClr>
              <a:buSzPts val="1440"/>
              <a:buFont typeface="Arial"/>
              <a:buChar char="●"/>
            </a:pPr>
            <a:r>
              <a:rPr lang="en-US" sz="1600" b="1" i="0" u="none" dirty="0">
                <a:solidFill>
                  <a:schemeClr val="dk2"/>
                </a:solidFill>
                <a:highlight>
                  <a:srgbClr val="FFFF00"/>
                </a:highlight>
                <a:latin typeface="Helvetica Neue"/>
                <a:ea typeface="Helvetica Neue"/>
                <a:cs typeface="Helvetica Neue"/>
                <a:sym typeface="Helvetica Neue"/>
              </a:rPr>
              <a:t>Atomicity requirement</a:t>
            </a:r>
            <a:r>
              <a:rPr lang="en-US" sz="1600" b="0" i="0" u="none" dirty="0">
                <a:solidFill>
                  <a:schemeClr val="dk1"/>
                </a:solidFill>
                <a:highlight>
                  <a:srgbClr val="FFFF00"/>
                </a:highlight>
                <a:latin typeface="Helvetica Neue"/>
                <a:ea typeface="Helvetica Neue"/>
                <a:cs typeface="Helvetica Neue"/>
                <a:sym typeface="Helvetica Neue"/>
              </a:rPr>
              <a:t> </a:t>
            </a:r>
            <a:endParaRPr dirty="0">
              <a:highlight>
                <a:srgbClr val="FFFF00"/>
              </a:highlight>
            </a:endParaRPr>
          </a:p>
          <a:p>
            <a:pPr marL="742950" lvl="1" indent="-285750" algn="l" rtl="0">
              <a:lnSpc>
                <a:spcPct val="100000"/>
              </a:lnSpc>
              <a:spcBef>
                <a:spcPts val="560"/>
              </a:spcBef>
              <a:spcAft>
                <a:spcPts val="0"/>
              </a:spcAft>
              <a:buClr>
                <a:schemeClr val="hlink"/>
              </a:buClr>
              <a:buSzPts val="1280"/>
              <a:buFont typeface="Arial"/>
              <a:buChar char="●"/>
            </a:pPr>
            <a:r>
              <a:rPr lang="en-US" sz="1600" b="0" i="0" u="none" dirty="0">
                <a:solidFill>
                  <a:schemeClr val="dk1"/>
                </a:solidFill>
                <a:highlight>
                  <a:srgbClr val="FFFF00"/>
                </a:highlight>
                <a:latin typeface="Helvetica Neue"/>
                <a:ea typeface="Helvetica Neue"/>
                <a:cs typeface="Helvetica Neue"/>
                <a:sym typeface="Helvetica Neue"/>
              </a:rPr>
              <a:t>if the transaction fails after step 3 and before step 6, money will be “lost” leading to an inconsistent database state</a:t>
            </a:r>
            <a:endParaRPr dirty="0">
              <a:highlight>
                <a:srgbClr val="FFFF00"/>
              </a:highlight>
            </a:endParaRPr>
          </a:p>
          <a:p>
            <a:pPr marL="1085850" lvl="2" indent="-228600" algn="l" rtl="0">
              <a:lnSpc>
                <a:spcPct val="100000"/>
              </a:lnSpc>
              <a:spcBef>
                <a:spcPts val="560"/>
              </a:spcBef>
              <a:spcAft>
                <a:spcPts val="0"/>
              </a:spcAft>
              <a:buClr>
                <a:srgbClr val="33CC33"/>
              </a:buClr>
              <a:buSzPts val="1200"/>
              <a:buFont typeface="Arimo"/>
              <a:buChar char="4"/>
            </a:pPr>
            <a:r>
              <a:rPr lang="en-US" sz="1600" b="0" i="0" u="none" dirty="0">
                <a:solidFill>
                  <a:schemeClr val="dk1"/>
                </a:solidFill>
                <a:highlight>
                  <a:srgbClr val="FFFF00"/>
                </a:highlight>
                <a:latin typeface="Helvetica Neue"/>
                <a:ea typeface="Helvetica Neue"/>
                <a:cs typeface="Helvetica Neue"/>
                <a:sym typeface="Helvetica Neue"/>
              </a:rPr>
              <a:t>Failure could be due to software or hardware</a:t>
            </a:r>
            <a:endParaRPr dirty="0">
              <a:highlight>
                <a:srgbClr val="FFFF00"/>
              </a:highlight>
            </a:endParaRPr>
          </a:p>
          <a:p>
            <a:pPr marL="742950" lvl="1" indent="-285750" algn="l" rtl="0">
              <a:lnSpc>
                <a:spcPct val="100000"/>
              </a:lnSpc>
              <a:spcBef>
                <a:spcPts val="560"/>
              </a:spcBef>
              <a:spcAft>
                <a:spcPts val="0"/>
              </a:spcAft>
              <a:buClr>
                <a:schemeClr val="hlink"/>
              </a:buClr>
              <a:buSzPts val="1280"/>
              <a:buFont typeface="Arial"/>
              <a:buChar char="●"/>
            </a:pPr>
            <a:r>
              <a:rPr lang="en-US" sz="1600" b="0" i="0" u="none" dirty="0">
                <a:solidFill>
                  <a:schemeClr val="dk1"/>
                </a:solidFill>
                <a:highlight>
                  <a:srgbClr val="FFFF00"/>
                </a:highlight>
                <a:latin typeface="Helvetica Neue"/>
                <a:ea typeface="Helvetica Neue"/>
                <a:cs typeface="Helvetica Neue"/>
                <a:sym typeface="Helvetica Neue"/>
              </a:rPr>
              <a:t>the system should ensure that updates of a partially executed transaction are not reflected in the database</a:t>
            </a:r>
            <a:endParaRPr dirty="0">
              <a:highlight>
                <a:srgbClr val="FFFF00"/>
              </a:highlight>
            </a:endParaRPr>
          </a:p>
          <a:p>
            <a:pPr marL="342900" lvl="0" indent="-342900" algn="l" rtl="0">
              <a:lnSpc>
                <a:spcPct val="100000"/>
              </a:lnSpc>
              <a:spcBef>
                <a:spcPts val="560"/>
              </a:spcBef>
              <a:spcAft>
                <a:spcPts val="0"/>
              </a:spcAft>
              <a:buClr>
                <a:schemeClr val="dk2"/>
              </a:buClr>
              <a:buSzPts val="1440"/>
              <a:buFont typeface="Arial"/>
              <a:buChar char="●"/>
            </a:pPr>
            <a:r>
              <a:rPr lang="en-US" sz="1600" b="1" i="0" u="none" dirty="0">
                <a:solidFill>
                  <a:schemeClr val="dk2"/>
                </a:solidFill>
                <a:highlight>
                  <a:srgbClr val="FFFF00"/>
                </a:highlight>
                <a:latin typeface="Helvetica Neue"/>
                <a:ea typeface="Helvetica Neue"/>
                <a:cs typeface="Helvetica Neue"/>
                <a:sym typeface="Helvetica Neue"/>
              </a:rPr>
              <a:t>Durability requirement</a:t>
            </a:r>
            <a:r>
              <a:rPr lang="en-US" sz="1600" b="0" i="0" u="none" dirty="0">
                <a:solidFill>
                  <a:schemeClr val="dk1"/>
                </a:solidFill>
                <a:highlight>
                  <a:srgbClr val="FFFF00"/>
                </a:highlight>
                <a:latin typeface="Helvetica Neue"/>
                <a:ea typeface="Helvetica Neue"/>
                <a:cs typeface="Helvetica Neue"/>
                <a:sym typeface="Helvetica Neue"/>
              </a:rPr>
              <a:t> — once the user has been notified that the transaction has completed (i.e., the transfer of the $50 has taken place), the updates to the database by the transaction must persist even if there are software or hardware failures.</a:t>
            </a:r>
            <a:endParaRPr dirty="0">
              <a:highlight>
                <a:srgbClr val="FFFF00"/>
              </a:highligh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8"/>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Example of Fund Transfer (Cont.)</a:t>
            </a:r>
            <a:endParaRPr/>
          </a:p>
        </p:txBody>
      </p:sp>
      <p:sp>
        <p:nvSpPr>
          <p:cNvPr id="109" name="Google Shape;109;p18"/>
          <p:cNvSpPr txBox="1">
            <a:spLocks noGrp="1"/>
          </p:cNvSpPr>
          <p:nvPr>
            <p:ph type="body" idx="1"/>
          </p:nvPr>
        </p:nvSpPr>
        <p:spPr>
          <a:xfrm>
            <a:off x="784225" y="1106487"/>
            <a:ext cx="7812087" cy="5362575"/>
          </a:xfrm>
          <a:prstGeom prst="rect">
            <a:avLst/>
          </a:prstGeom>
          <a:noFill/>
          <a:ln>
            <a:noFill/>
          </a:ln>
        </p:spPr>
        <p:txBody>
          <a:bodyPr spcFirstLastPara="1" wrap="square" lIns="91425" tIns="45700" rIns="91425" bIns="45700" anchor="t" anchorCtr="0">
            <a:noAutofit/>
          </a:bodyPr>
          <a:lstStyle/>
          <a:p>
            <a:pPr marL="342900" lvl="0" indent="-342900" algn="l" rtl="0">
              <a:lnSpc>
                <a:spcPct val="80000"/>
              </a:lnSpc>
              <a:spcBef>
                <a:spcPts val="0"/>
              </a:spcBef>
              <a:spcAft>
                <a:spcPts val="0"/>
              </a:spcAft>
              <a:buClr>
                <a:schemeClr val="dk2"/>
              </a:buClr>
              <a:buSzPts val="1440"/>
              <a:buFont typeface="Arial"/>
              <a:buChar char="●"/>
            </a:pPr>
            <a:r>
              <a:rPr lang="en-US" sz="1600" b="0" i="0" u="none" dirty="0">
                <a:solidFill>
                  <a:schemeClr val="dk1"/>
                </a:solidFill>
                <a:latin typeface="Helvetica Neue"/>
                <a:ea typeface="Helvetica Neue"/>
                <a:cs typeface="Helvetica Neue"/>
                <a:sym typeface="Helvetica Neue"/>
              </a:rPr>
              <a:t>Transaction to transfer $50 from account A to account B:</a:t>
            </a:r>
            <a:endParaRPr dirty="0"/>
          </a:p>
          <a:p>
            <a:pPr marL="742950" lvl="1" indent="-285750" algn="l" rtl="0">
              <a:lnSpc>
                <a:spcPct val="80000"/>
              </a:lnSpc>
              <a:spcBef>
                <a:spcPts val="490"/>
              </a:spcBef>
              <a:spcAft>
                <a:spcPts val="0"/>
              </a:spcAft>
              <a:buSzPts val="1120"/>
              <a:buNone/>
            </a:pPr>
            <a:r>
              <a:rPr lang="en-US" sz="1400" b="0" i="0" u="none" dirty="0">
                <a:solidFill>
                  <a:schemeClr val="dk1"/>
                </a:solidFill>
                <a:latin typeface="Helvetica Neue"/>
                <a:ea typeface="Helvetica Neue"/>
                <a:cs typeface="Helvetica Neue"/>
                <a:sym typeface="Helvetica Neue"/>
              </a:rPr>
              <a:t>1.	</a:t>
            </a:r>
            <a:r>
              <a:rPr lang="en-US" sz="1400" b="1" i="0" u="none" dirty="0">
                <a:solidFill>
                  <a:schemeClr val="dk1"/>
                </a:solidFill>
                <a:latin typeface="Helvetica Neue"/>
                <a:ea typeface="Helvetica Neue"/>
                <a:cs typeface="Helvetica Neue"/>
                <a:sym typeface="Helvetica Neue"/>
              </a:rPr>
              <a:t>read</a:t>
            </a:r>
            <a:r>
              <a:rPr lang="en-US" sz="1400" b="0" i="0" u="none" dirty="0">
                <a:solidFill>
                  <a:schemeClr val="dk1"/>
                </a:solidFill>
                <a:latin typeface="Helvetica Neue"/>
                <a:ea typeface="Helvetica Neue"/>
                <a:cs typeface="Helvetica Neue"/>
                <a:sym typeface="Helvetica Neue"/>
              </a:rPr>
              <a:t>(</a:t>
            </a:r>
            <a:r>
              <a:rPr lang="en-US" sz="1400" b="0" i="1" u="none" dirty="0">
                <a:solidFill>
                  <a:schemeClr val="dk1"/>
                </a:solidFill>
                <a:latin typeface="Helvetica Neue"/>
                <a:ea typeface="Helvetica Neue"/>
                <a:cs typeface="Helvetica Neue"/>
                <a:sym typeface="Helvetica Neue"/>
              </a:rPr>
              <a:t>A</a:t>
            </a:r>
            <a:r>
              <a:rPr lang="en-US" sz="1400" b="0" i="0" u="none" dirty="0">
                <a:solidFill>
                  <a:schemeClr val="dk1"/>
                </a:solidFill>
                <a:latin typeface="Helvetica Neue"/>
                <a:ea typeface="Helvetica Neue"/>
                <a:cs typeface="Helvetica Neue"/>
                <a:sym typeface="Helvetica Neue"/>
              </a:rPr>
              <a:t>)</a:t>
            </a:r>
            <a:endParaRPr dirty="0"/>
          </a:p>
          <a:p>
            <a:pPr marL="742950" lvl="1" indent="-285750" algn="l" rtl="0">
              <a:lnSpc>
                <a:spcPct val="80000"/>
              </a:lnSpc>
              <a:spcBef>
                <a:spcPts val="490"/>
              </a:spcBef>
              <a:spcAft>
                <a:spcPts val="0"/>
              </a:spcAft>
              <a:buSzPts val="1120"/>
              <a:buNone/>
            </a:pPr>
            <a:r>
              <a:rPr lang="en-US" sz="1400" b="0" i="0" u="none" dirty="0">
                <a:solidFill>
                  <a:schemeClr val="dk1"/>
                </a:solidFill>
                <a:latin typeface="Helvetica Neue"/>
                <a:ea typeface="Helvetica Neue"/>
                <a:cs typeface="Helvetica Neue"/>
                <a:sym typeface="Helvetica Neue"/>
              </a:rPr>
              <a:t>2.	</a:t>
            </a:r>
            <a:r>
              <a:rPr lang="en-US" sz="1400" b="0" i="1" u="none" dirty="0">
                <a:solidFill>
                  <a:schemeClr val="dk1"/>
                </a:solidFill>
                <a:latin typeface="Helvetica Neue"/>
                <a:ea typeface="Helvetica Neue"/>
                <a:cs typeface="Helvetica Neue"/>
                <a:sym typeface="Helvetica Neue"/>
              </a:rPr>
              <a:t>A</a:t>
            </a:r>
            <a:r>
              <a:rPr lang="en-US" sz="1400" b="0" i="0" u="none" dirty="0">
                <a:solidFill>
                  <a:schemeClr val="dk1"/>
                </a:solidFill>
                <a:latin typeface="Helvetica Neue"/>
                <a:ea typeface="Helvetica Neue"/>
                <a:cs typeface="Helvetica Neue"/>
                <a:sym typeface="Helvetica Neue"/>
              </a:rPr>
              <a:t> := </a:t>
            </a:r>
            <a:r>
              <a:rPr lang="en-US" sz="1400" b="0" i="1" u="none" dirty="0">
                <a:solidFill>
                  <a:schemeClr val="dk1"/>
                </a:solidFill>
                <a:latin typeface="Helvetica Neue"/>
                <a:ea typeface="Helvetica Neue"/>
                <a:cs typeface="Helvetica Neue"/>
                <a:sym typeface="Helvetica Neue"/>
              </a:rPr>
              <a:t>A – </a:t>
            </a:r>
            <a:r>
              <a:rPr lang="en-US" sz="1400" b="0" i="0" u="none" dirty="0">
                <a:solidFill>
                  <a:schemeClr val="dk1"/>
                </a:solidFill>
                <a:latin typeface="Helvetica Neue"/>
                <a:ea typeface="Helvetica Neue"/>
                <a:cs typeface="Helvetica Neue"/>
                <a:sym typeface="Helvetica Neue"/>
              </a:rPr>
              <a:t>50</a:t>
            </a:r>
            <a:endParaRPr dirty="0"/>
          </a:p>
          <a:p>
            <a:pPr marL="742950" lvl="1" indent="-285750" algn="l" rtl="0">
              <a:lnSpc>
                <a:spcPct val="80000"/>
              </a:lnSpc>
              <a:spcBef>
                <a:spcPts val="490"/>
              </a:spcBef>
              <a:spcAft>
                <a:spcPts val="0"/>
              </a:spcAft>
              <a:buSzPts val="1120"/>
              <a:buNone/>
            </a:pPr>
            <a:r>
              <a:rPr lang="en-US" sz="1400" b="0" i="0" u="none" dirty="0">
                <a:solidFill>
                  <a:schemeClr val="dk1"/>
                </a:solidFill>
                <a:latin typeface="Helvetica Neue"/>
                <a:ea typeface="Helvetica Neue"/>
                <a:cs typeface="Helvetica Neue"/>
                <a:sym typeface="Helvetica Neue"/>
              </a:rPr>
              <a:t>3.	</a:t>
            </a:r>
            <a:r>
              <a:rPr lang="en-US" sz="1400" b="1" i="0" u="none" dirty="0">
                <a:solidFill>
                  <a:schemeClr val="dk1"/>
                </a:solidFill>
                <a:latin typeface="Helvetica Neue"/>
                <a:ea typeface="Helvetica Neue"/>
                <a:cs typeface="Helvetica Neue"/>
                <a:sym typeface="Helvetica Neue"/>
              </a:rPr>
              <a:t>write</a:t>
            </a:r>
            <a:r>
              <a:rPr lang="en-US" sz="1400" b="0" i="0" u="none" dirty="0">
                <a:solidFill>
                  <a:schemeClr val="dk1"/>
                </a:solidFill>
                <a:latin typeface="Helvetica Neue"/>
                <a:ea typeface="Helvetica Neue"/>
                <a:cs typeface="Helvetica Neue"/>
                <a:sym typeface="Helvetica Neue"/>
              </a:rPr>
              <a:t>(</a:t>
            </a:r>
            <a:r>
              <a:rPr lang="en-US" sz="1400" b="0" i="1" u="none" dirty="0">
                <a:solidFill>
                  <a:schemeClr val="dk1"/>
                </a:solidFill>
                <a:latin typeface="Helvetica Neue"/>
                <a:ea typeface="Helvetica Neue"/>
                <a:cs typeface="Helvetica Neue"/>
                <a:sym typeface="Helvetica Neue"/>
              </a:rPr>
              <a:t>A</a:t>
            </a:r>
            <a:r>
              <a:rPr lang="en-US" sz="1400" b="0" i="0" u="none" dirty="0">
                <a:solidFill>
                  <a:schemeClr val="dk1"/>
                </a:solidFill>
                <a:latin typeface="Helvetica Neue"/>
                <a:ea typeface="Helvetica Neue"/>
                <a:cs typeface="Helvetica Neue"/>
                <a:sym typeface="Helvetica Neue"/>
              </a:rPr>
              <a:t>)</a:t>
            </a:r>
            <a:endParaRPr dirty="0"/>
          </a:p>
          <a:p>
            <a:pPr marL="742950" lvl="1" indent="-285750" algn="l" rtl="0">
              <a:lnSpc>
                <a:spcPct val="80000"/>
              </a:lnSpc>
              <a:spcBef>
                <a:spcPts val="490"/>
              </a:spcBef>
              <a:spcAft>
                <a:spcPts val="0"/>
              </a:spcAft>
              <a:buSzPts val="1120"/>
              <a:buNone/>
            </a:pPr>
            <a:r>
              <a:rPr lang="en-US" sz="1400" b="0" i="0" u="none" dirty="0">
                <a:solidFill>
                  <a:schemeClr val="dk1"/>
                </a:solidFill>
                <a:latin typeface="Helvetica Neue"/>
                <a:ea typeface="Helvetica Neue"/>
                <a:cs typeface="Helvetica Neue"/>
                <a:sym typeface="Helvetica Neue"/>
              </a:rPr>
              <a:t>4.	</a:t>
            </a:r>
            <a:r>
              <a:rPr lang="en-US" sz="1400" b="1" i="0" u="none" dirty="0">
                <a:solidFill>
                  <a:schemeClr val="dk1"/>
                </a:solidFill>
                <a:latin typeface="Helvetica Neue"/>
                <a:ea typeface="Helvetica Neue"/>
                <a:cs typeface="Helvetica Neue"/>
                <a:sym typeface="Helvetica Neue"/>
              </a:rPr>
              <a:t>read</a:t>
            </a:r>
            <a:r>
              <a:rPr lang="en-US" sz="1400" b="0" i="0" u="none" dirty="0">
                <a:solidFill>
                  <a:schemeClr val="dk1"/>
                </a:solidFill>
                <a:latin typeface="Helvetica Neue"/>
                <a:ea typeface="Helvetica Neue"/>
                <a:cs typeface="Helvetica Neue"/>
                <a:sym typeface="Helvetica Neue"/>
              </a:rPr>
              <a:t>(</a:t>
            </a:r>
            <a:r>
              <a:rPr lang="en-US" sz="1400" b="0" i="1" u="none" dirty="0">
                <a:solidFill>
                  <a:schemeClr val="dk1"/>
                </a:solidFill>
                <a:latin typeface="Helvetica Neue"/>
                <a:ea typeface="Helvetica Neue"/>
                <a:cs typeface="Helvetica Neue"/>
                <a:sym typeface="Helvetica Neue"/>
              </a:rPr>
              <a:t>B</a:t>
            </a:r>
            <a:r>
              <a:rPr lang="en-US" sz="1400" b="0" i="0" u="none" dirty="0">
                <a:solidFill>
                  <a:schemeClr val="dk1"/>
                </a:solidFill>
                <a:latin typeface="Helvetica Neue"/>
                <a:ea typeface="Helvetica Neue"/>
                <a:cs typeface="Helvetica Neue"/>
                <a:sym typeface="Helvetica Neue"/>
              </a:rPr>
              <a:t>)</a:t>
            </a:r>
            <a:endParaRPr dirty="0"/>
          </a:p>
          <a:p>
            <a:pPr marL="742950" lvl="1" indent="-285750" algn="l" rtl="0">
              <a:lnSpc>
                <a:spcPct val="80000"/>
              </a:lnSpc>
              <a:spcBef>
                <a:spcPts val="490"/>
              </a:spcBef>
              <a:spcAft>
                <a:spcPts val="0"/>
              </a:spcAft>
              <a:buSzPts val="1120"/>
              <a:buNone/>
            </a:pPr>
            <a:r>
              <a:rPr lang="en-US" sz="1400" b="0" i="0" u="none" dirty="0">
                <a:solidFill>
                  <a:schemeClr val="dk1"/>
                </a:solidFill>
                <a:latin typeface="Helvetica Neue"/>
                <a:ea typeface="Helvetica Neue"/>
                <a:cs typeface="Helvetica Neue"/>
                <a:sym typeface="Helvetica Neue"/>
              </a:rPr>
              <a:t>5.	</a:t>
            </a:r>
            <a:r>
              <a:rPr lang="en-US" sz="1400" b="0" i="1" u="none" dirty="0">
                <a:solidFill>
                  <a:schemeClr val="dk1"/>
                </a:solidFill>
                <a:latin typeface="Helvetica Neue"/>
                <a:ea typeface="Helvetica Neue"/>
                <a:cs typeface="Helvetica Neue"/>
                <a:sym typeface="Helvetica Neue"/>
              </a:rPr>
              <a:t>B</a:t>
            </a:r>
            <a:r>
              <a:rPr lang="en-US" sz="1400" b="0" i="0" u="none" dirty="0">
                <a:solidFill>
                  <a:schemeClr val="dk1"/>
                </a:solidFill>
                <a:latin typeface="Helvetica Neue"/>
                <a:ea typeface="Helvetica Neue"/>
                <a:cs typeface="Helvetica Neue"/>
                <a:sym typeface="Helvetica Neue"/>
              </a:rPr>
              <a:t> := </a:t>
            </a:r>
            <a:r>
              <a:rPr lang="en-US" sz="1400" b="0" i="1" u="none" dirty="0">
                <a:solidFill>
                  <a:schemeClr val="dk1"/>
                </a:solidFill>
                <a:latin typeface="Helvetica Neue"/>
                <a:ea typeface="Helvetica Neue"/>
                <a:cs typeface="Helvetica Neue"/>
                <a:sym typeface="Helvetica Neue"/>
              </a:rPr>
              <a:t>B + </a:t>
            </a:r>
            <a:r>
              <a:rPr lang="en-US" sz="1400" b="0" i="0" u="none" dirty="0">
                <a:solidFill>
                  <a:schemeClr val="dk1"/>
                </a:solidFill>
                <a:latin typeface="Helvetica Neue"/>
                <a:ea typeface="Helvetica Neue"/>
                <a:cs typeface="Helvetica Neue"/>
                <a:sym typeface="Helvetica Neue"/>
              </a:rPr>
              <a:t>50</a:t>
            </a:r>
            <a:endParaRPr dirty="0"/>
          </a:p>
          <a:p>
            <a:pPr marL="742950" lvl="1" indent="-285750" algn="l" rtl="0">
              <a:lnSpc>
                <a:spcPct val="80000"/>
              </a:lnSpc>
              <a:spcBef>
                <a:spcPts val="490"/>
              </a:spcBef>
              <a:spcAft>
                <a:spcPts val="0"/>
              </a:spcAft>
              <a:buSzPts val="1120"/>
              <a:buNone/>
            </a:pPr>
            <a:r>
              <a:rPr lang="en-US" sz="1400" b="0" i="0" u="none" dirty="0">
                <a:solidFill>
                  <a:schemeClr val="dk1"/>
                </a:solidFill>
                <a:latin typeface="Helvetica Neue"/>
                <a:ea typeface="Helvetica Neue"/>
                <a:cs typeface="Helvetica Neue"/>
                <a:sym typeface="Helvetica Neue"/>
              </a:rPr>
              <a:t>6.	</a:t>
            </a:r>
            <a:r>
              <a:rPr lang="en-US" sz="1400" b="1" i="0" u="none" dirty="0">
                <a:solidFill>
                  <a:schemeClr val="dk1"/>
                </a:solidFill>
                <a:latin typeface="Helvetica Neue"/>
                <a:ea typeface="Helvetica Neue"/>
                <a:cs typeface="Helvetica Neue"/>
                <a:sym typeface="Helvetica Neue"/>
              </a:rPr>
              <a:t>write</a:t>
            </a:r>
            <a:r>
              <a:rPr lang="en-US" sz="1400" b="0" i="0" u="none" dirty="0">
                <a:solidFill>
                  <a:schemeClr val="dk1"/>
                </a:solidFill>
                <a:latin typeface="Helvetica Neue"/>
                <a:ea typeface="Helvetica Neue"/>
                <a:cs typeface="Helvetica Neue"/>
                <a:sym typeface="Helvetica Neue"/>
              </a:rPr>
              <a:t>(</a:t>
            </a:r>
            <a:r>
              <a:rPr lang="en-US" sz="1400" b="0" i="1" u="none" dirty="0">
                <a:solidFill>
                  <a:schemeClr val="dk1"/>
                </a:solidFill>
                <a:latin typeface="Helvetica Neue"/>
                <a:ea typeface="Helvetica Neue"/>
                <a:cs typeface="Helvetica Neue"/>
                <a:sym typeface="Helvetica Neue"/>
              </a:rPr>
              <a:t>B)</a:t>
            </a:r>
            <a:endParaRPr dirty="0"/>
          </a:p>
          <a:p>
            <a:pPr marL="342900" lvl="0" indent="-342900" algn="l" rtl="0">
              <a:lnSpc>
                <a:spcPct val="80000"/>
              </a:lnSpc>
              <a:spcBef>
                <a:spcPts val="560"/>
              </a:spcBef>
              <a:spcAft>
                <a:spcPts val="0"/>
              </a:spcAft>
              <a:buClr>
                <a:schemeClr val="dk2"/>
              </a:buClr>
              <a:buSzPts val="1440"/>
              <a:buFont typeface="Arial"/>
              <a:buChar char="●"/>
            </a:pPr>
            <a:r>
              <a:rPr lang="en-US" sz="1600" b="1" i="0" u="none" dirty="0">
                <a:solidFill>
                  <a:schemeClr val="dk2"/>
                </a:solidFill>
                <a:latin typeface="Helvetica Neue"/>
                <a:ea typeface="Helvetica Neue"/>
                <a:cs typeface="Helvetica Neue"/>
                <a:sym typeface="Helvetica Neue"/>
              </a:rPr>
              <a:t>Consistency requirement</a:t>
            </a:r>
            <a:r>
              <a:rPr lang="en-US" sz="1600" b="0" i="0" u="none" dirty="0">
                <a:solidFill>
                  <a:schemeClr val="dk1"/>
                </a:solidFill>
                <a:latin typeface="Helvetica Neue"/>
                <a:ea typeface="Helvetica Neue"/>
                <a:cs typeface="Helvetica Neue"/>
                <a:sym typeface="Helvetica Neue"/>
              </a:rPr>
              <a:t> in above example:</a:t>
            </a:r>
            <a:endParaRPr dirty="0"/>
          </a:p>
          <a:p>
            <a:pPr marL="742950" lvl="1" indent="-285750" algn="l" rtl="0">
              <a:lnSpc>
                <a:spcPct val="80000"/>
              </a:lnSpc>
              <a:spcBef>
                <a:spcPts val="560"/>
              </a:spcBef>
              <a:spcAft>
                <a:spcPts val="0"/>
              </a:spcAft>
              <a:buClr>
                <a:schemeClr val="hlink"/>
              </a:buClr>
              <a:buSzPts val="1280"/>
              <a:buFont typeface="Arial"/>
              <a:buChar char="●"/>
            </a:pPr>
            <a:r>
              <a:rPr lang="en-US" sz="1600" b="0" i="0" u="none" dirty="0">
                <a:solidFill>
                  <a:schemeClr val="dk1"/>
                </a:solidFill>
                <a:highlight>
                  <a:srgbClr val="FFFF00"/>
                </a:highlight>
                <a:latin typeface="Helvetica Neue"/>
                <a:ea typeface="Helvetica Neue"/>
                <a:cs typeface="Helvetica Neue"/>
                <a:sym typeface="Helvetica Neue"/>
              </a:rPr>
              <a:t> the sum of A and B is unchanged by the execution of the transaction</a:t>
            </a:r>
            <a:endParaRPr dirty="0">
              <a:highlight>
                <a:srgbClr val="FFFF00"/>
              </a:highlight>
            </a:endParaRPr>
          </a:p>
          <a:p>
            <a:pPr marL="342900" lvl="0" indent="-342900" algn="l" rtl="0">
              <a:lnSpc>
                <a:spcPct val="80000"/>
              </a:lnSpc>
              <a:spcBef>
                <a:spcPts val="560"/>
              </a:spcBef>
              <a:spcAft>
                <a:spcPts val="0"/>
              </a:spcAft>
              <a:buClr>
                <a:schemeClr val="dk2"/>
              </a:buClr>
              <a:buSzPts val="1440"/>
              <a:buFont typeface="Arial"/>
              <a:buChar char="●"/>
            </a:pPr>
            <a:r>
              <a:rPr lang="en-US" sz="1600" b="0" i="0" u="none" dirty="0">
                <a:solidFill>
                  <a:schemeClr val="dk1"/>
                </a:solidFill>
                <a:latin typeface="Helvetica Neue"/>
                <a:ea typeface="Helvetica Neue"/>
                <a:cs typeface="Helvetica Neue"/>
                <a:sym typeface="Helvetica Neue"/>
              </a:rPr>
              <a:t>In general, consistency requirements include </a:t>
            </a:r>
            <a:endParaRPr dirty="0"/>
          </a:p>
          <a:p>
            <a:pPr marL="1085850" lvl="2" indent="-228600" algn="l" rtl="0">
              <a:lnSpc>
                <a:spcPct val="80000"/>
              </a:lnSpc>
              <a:spcBef>
                <a:spcPts val="560"/>
              </a:spcBef>
              <a:spcAft>
                <a:spcPts val="0"/>
              </a:spcAft>
              <a:buClr>
                <a:srgbClr val="33CC33"/>
              </a:buClr>
              <a:buSzPts val="1200"/>
              <a:buFont typeface="Arimo"/>
              <a:buChar char="4"/>
            </a:pPr>
            <a:r>
              <a:rPr lang="en-US" sz="1600" b="0" i="0" u="none" dirty="0">
                <a:solidFill>
                  <a:schemeClr val="dk1"/>
                </a:solidFill>
                <a:latin typeface="Helvetica Neue"/>
                <a:ea typeface="Helvetica Neue"/>
                <a:cs typeface="Helvetica Neue"/>
                <a:sym typeface="Helvetica Neue"/>
              </a:rPr>
              <a:t>Explicitly specified integrity constraints such as primary keys and foreign keys</a:t>
            </a:r>
            <a:endParaRPr dirty="0"/>
          </a:p>
          <a:p>
            <a:pPr marL="1085850" lvl="2" indent="-228600" algn="l" rtl="0">
              <a:lnSpc>
                <a:spcPct val="80000"/>
              </a:lnSpc>
              <a:spcBef>
                <a:spcPts val="560"/>
              </a:spcBef>
              <a:spcAft>
                <a:spcPts val="0"/>
              </a:spcAft>
              <a:buClr>
                <a:srgbClr val="33CC33"/>
              </a:buClr>
              <a:buSzPts val="1200"/>
              <a:buFont typeface="Arimo"/>
              <a:buChar char="4"/>
            </a:pPr>
            <a:r>
              <a:rPr lang="en-US" sz="1600" b="0" i="0" u="none" dirty="0">
                <a:solidFill>
                  <a:schemeClr val="dk1"/>
                </a:solidFill>
                <a:highlight>
                  <a:srgbClr val="FFFF00"/>
                </a:highlight>
                <a:latin typeface="Helvetica Neue"/>
                <a:ea typeface="Helvetica Neue"/>
                <a:cs typeface="Helvetica Neue"/>
                <a:sym typeface="Helvetica Neue"/>
              </a:rPr>
              <a:t>Implicit integrity constraints</a:t>
            </a:r>
            <a:endParaRPr dirty="0">
              <a:highlight>
                <a:srgbClr val="FFFF00"/>
              </a:highlight>
            </a:endParaRPr>
          </a:p>
          <a:p>
            <a:pPr marL="1428750" lvl="3" indent="-228600" algn="l" rtl="0">
              <a:lnSpc>
                <a:spcPct val="80000"/>
              </a:lnSpc>
              <a:spcBef>
                <a:spcPts val="560"/>
              </a:spcBef>
              <a:spcAft>
                <a:spcPts val="0"/>
              </a:spcAft>
              <a:buClr>
                <a:schemeClr val="hlink"/>
              </a:buClr>
              <a:buSzPts val="1600"/>
              <a:buFont typeface="Helvetica Neue"/>
              <a:buChar char="–"/>
            </a:pPr>
            <a:r>
              <a:rPr lang="en-US" sz="1600" b="0" i="0" u="none" dirty="0">
                <a:solidFill>
                  <a:schemeClr val="dk1"/>
                </a:solidFill>
                <a:highlight>
                  <a:srgbClr val="FFFF00"/>
                </a:highlight>
                <a:latin typeface="Helvetica Neue"/>
                <a:ea typeface="Helvetica Neue"/>
                <a:cs typeface="Helvetica Neue"/>
                <a:sym typeface="Helvetica Neue"/>
              </a:rPr>
              <a:t>e.g. sum of balances of all accounts, minus sum of loan amounts must equal value of cash-in-hand</a:t>
            </a:r>
            <a:endParaRPr dirty="0">
              <a:highlight>
                <a:srgbClr val="FFFF00"/>
              </a:highlight>
            </a:endParaRPr>
          </a:p>
          <a:p>
            <a:pPr marL="742950" lvl="1" indent="-285750" algn="l" rtl="0">
              <a:lnSpc>
                <a:spcPct val="80000"/>
              </a:lnSpc>
              <a:spcBef>
                <a:spcPts val="560"/>
              </a:spcBef>
              <a:spcAft>
                <a:spcPts val="0"/>
              </a:spcAft>
              <a:buClr>
                <a:schemeClr val="hlink"/>
              </a:buClr>
              <a:buSzPts val="1280"/>
              <a:buFont typeface="Arial"/>
              <a:buChar char="●"/>
            </a:pPr>
            <a:r>
              <a:rPr lang="en-US" sz="1600" b="0" i="0" u="none" dirty="0">
                <a:solidFill>
                  <a:schemeClr val="dk1"/>
                </a:solidFill>
                <a:latin typeface="Helvetica Neue"/>
                <a:ea typeface="Helvetica Neue"/>
                <a:cs typeface="Helvetica Neue"/>
                <a:sym typeface="Helvetica Neue"/>
              </a:rPr>
              <a:t>A transaction must see a consistent database.</a:t>
            </a:r>
            <a:endParaRPr dirty="0"/>
          </a:p>
          <a:p>
            <a:pPr marL="742950" lvl="1" indent="-285750" algn="l" rtl="0">
              <a:lnSpc>
                <a:spcPct val="80000"/>
              </a:lnSpc>
              <a:spcBef>
                <a:spcPts val="560"/>
              </a:spcBef>
              <a:spcAft>
                <a:spcPts val="0"/>
              </a:spcAft>
              <a:buClr>
                <a:schemeClr val="hlink"/>
              </a:buClr>
              <a:buSzPts val="1280"/>
              <a:buFont typeface="Arial"/>
              <a:buChar char="●"/>
            </a:pPr>
            <a:r>
              <a:rPr lang="en-US" sz="1600" b="0" i="0" u="none" dirty="0">
                <a:solidFill>
                  <a:schemeClr val="dk1"/>
                </a:solidFill>
                <a:highlight>
                  <a:srgbClr val="FFFF00"/>
                </a:highlight>
                <a:latin typeface="Helvetica Neue"/>
                <a:ea typeface="Helvetica Neue"/>
                <a:cs typeface="Helvetica Neue"/>
                <a:sym typeface="Helvetica Neue"/>
              </a:rPr>
              <a:t>During transaction execution the database may be temporarily inconsistent.</a:t>
            </a:r>
            <a:endParaRPr dirty="0">
              <a:highlight>
                <a:srgbClr val="FFFF00"/>
              </a:highlight>
            </a:endParaRPr>
          </a:p>
          <a:p>
            <a:pPr marL="742950" lvl="1" indent="-285750" algn="l" rtl="0">
              <a:lnSpc>
                <a:spcPct val="80000"/>
              </a:lnSpc>
              <a:spcBef>
                <a:spcPts val="560"/>
              </a:spcBef>
              <a:spcAft>
                <a:spcPts val="0"/>
              </a:spcAft>
              <a:buClr>
                <a:schemeClr val="hlink"/>
              </a:buClr>
              <a:buSzPts val="1280"/>
              <a:buFont typeface="Arial"/>
              <a:buChar char="●"/>
            </a:pPr>
            <a:r>
              <a:rPr lang="en-US" sz="1600" b="0" i="0" u="none" dirty="0">
                <a:solidFill>
                  <a:schemeClr val="dk1"/>
                </a:solidFill>
                <a:highlight>
                  <a:srgbClr val="FFFF00"/>
                </a:highlight>
                <a:latin typeface="Helvetica Neue"/>
                <a:ea typeface="Helvetica Neue"/>
                <a:cs typeface="Helvetica Neue"/>
                <a:sym typeface="Helvetica Neue"/>
              </a:rPr>
              <a:t>When the transaction completes successfully the database must be consistent</a:t>
            </a:r>
            <a:endParaRPr dirty="0">
              <a:highlight>
                <a:srgbClr val="FFFF00"/>
              </a:highlight>
            </a:endParaRPr>
          </a:p>
          <a:p>
            <a:pPr marL="1085850" lvl="2" indent="-228600" algn="l" rtl="0">
              <a:lnSpc>
                <a:spcPct val="80000"/>
              </a:lnSpc>
              <a:spcBef>
                <a:spcPts val="560"/>
              </a:spcBef>
              <a:spcAft>
                <a:spcPts val="0"/>
              </a:spcAft>
              <a:buClr>
                <a:srgbClr val="33CC33"/>
              </a:buClr>
              <a:buSzPts val="1200"/>
              <a:buFont typeface="Arimo"/>
              <a:buChar char="4"/>
            </a:pPr>
            <a:r>
              <a:rPr lang="en-US" sz="1600" b="0" i="0" u="none" dirty="0">
                <a:solidFill>
                  <a:schemeClr val="dk1"/>
                </a:solidFill>
                <a:latin typeface="Helvetica Neue"/>
                <a:ea typeface="Helvetica Neue"/>
                <a:cs typeface="Helvetica Neue"/>
                <a:sym typeface="Helvetica Neue"/>
              </a:rPr>
              <a:t>Erroneous transaction logic can lead to inconsistency</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9"/>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Example of Fund Transfer (Cont.)</a:t>
            </a:r>
            <a:endParaRPr/>
          </a:p>
        </p:txBody>
      </p:sp>
      <p:sp>
        <p:nvSpPr>
          <p:cNvPr id="116" name="Google Shape;116;p19"/>
          <p:cNvSpPr txBox="1">
            <a:spLocks noGrp="1"/>
          </p:cNvSpPr>
          <p:nvPr>
            <p:ph type="body" idx="1"/>
          </p:nvPr>
        </p:nvSpPr>
        <p:spPr>
          <a:xfrm>
            <a:off x="914400" y="1106487"/>
            <a:ext cx="7615237" cy="4884737"/>
          </a:xfrm>
          <a:prstGeom prst="rect">
            <a:avLst/>
          </a:prstGeom>
          <a:noFill/>
          <a:ln>
            <a:noFill/>
          </a:ln>
        </p:spPr>
        <p:txBody>
          <a:bodyPr spcFirstLastPara="1" wrap="square" lIns="91425" tIns="45700" rIns="91425" bIns="45700" anchor="t" anchorCtr="0">
            <a:noAutofit/>
          </a:bodyPr>
          <a:lstStyle/>
          <a:p>
            <a:pPr marL="342900" lvl="0" indent="-342900" algn="l" rtl="0">
              <a:lnSpc>
                <a:spcPct val="90000"/>
              </a:lnSpc>
              <a:spcBef>
                <a:spcPts val="0"/>
              </a:spcBef>
              <a:spcAft>
                <a:spcPts val="0"/>
              </a:spcAft>
              <a:buClr>
                <a:schemeClr val="dk2"/>
              </a:buClr>
              <a:buSzPts val="1620"/>
              <a:buFont typeface="Arial"/>
              <a:buChar char="●"/>
            </a:pPr>
            <a:r>
              <a:rPr lang="en-US" sz="1800" b="1" i="0" u="none" dirty="0">
                <a:solidFill>
                  <a:schemeClr val="dk2"/>
                </a:solidFill>
                <a:highlight>
                  <a:srgbClr val="FFFF00"/>
                </a:highlight>
                <a:latin typeface="Helvetica Neue"/>
                <a:ea typeface="Helvetica Neue"/>
                <a:cs typeface="Helvetica Neue"/>
                <a:sym typeface="Helvetica Neue"/>
              </a:rPr>
              <a:t>Isolation requirement</a:t>
            </a:r>
            <a:r>
              <a:rPr lang="en-US" sz="1800" b="0" i="0" u="none" dirty="0">
                <a:solidFill>
                  <a:schemeClr val="dk1"/>
                </a:solidFill>
                <a:highlight>
                  <a:srgbClr val="FFFF00"/>
                </a:highlight>
                <a:latin typeface="Helvetica Neue"/>
                <a:ea typeface="Helvetica Neue"/>
                <a:cs typeface="Helvetica Neue"/>
                <a:sym typeface="Helvetica Neue"/>
              </a:rPr>
              <a:t> — if between steps 3 and 6, another transaction T2 is allowed to access the partially updated database, it will see an inconsistent database (the sum  </a:t>
            </a:r>
            <a:r>
              <a:rPr lang="en-US" sz="1800" b="0" i="1" u="none" dirty="0">
                <a:solidFill>
                  <a:schemeClr val="dk1"/>
                </a:solidFill>
                <a:highlight>
                  <a:srgbClr val="FFFF00"/>
                </a:highlight>
                <a:latin typeface="Helvetica Neue"/>
                <a:ea typeface="Helvetica Neue"/>
                <a:cs typeface="Helvetica Neue"/>
                <a:sym typeface="Helvetica Neue"/>
              </a:rPr>
              <a:t>A + B</a:t>
            </a:r>
            <a:r>
              <a:rPr lang="en-US" sz="1800" b="0" i="0" u="none" dirty="0">
                <a:solidFill>
                  <a:schemeClr val="dk1"/>
                </a:solidFill>
                <a:highlight>
                  <a:srgbClr val="FFFF00"/>
                </a:highlight>
                <a:latin typeface="Helvetica Neue"/>
                <a:ea typeface="Helvetica Neue"/>
                <a:cs typeface="Helvetica Neue"/>
                <a:sym typeface="Helvetica Neue"/>
              </a:rPr>
              <a:t> will be less than it should be).</a:t>
            </a:r>
            <a:br>
              <a:rPr lang="en-US" sz="1800" b="0" i="0" u="none" dirty="0">
                <a:solidFill>
                  <a:schemeClr val="dk1"/>
                </a:solidFill>
                <a:latin typeface="Helvetica Neue"/>
                <a:ea typeface="Helvetica Neue"/>
                <a:cs typeface="Helvetica Neue"/>
                <a:sym typeface="Helvetica Neue"/>
              </a:rPr>
            </a:br>
            <a:r>
              <a:rPr lang="en-US" sz="1800" b="0" i="0" u="none" dirty="0">
                <a:solidFill>
                  <a:schemeClr val="dk1"/>
                </a:solidFill>
                <a:latin typeface="Helvetica Neue"/>
                <a:ea typeface="Helvetica Neue"/>
                <a:cs typeface="Helvetica Neue"/>
                <a:sym typeface="Helvetica Neue"/>
              </a:rPr>
              <a:t>         </a:t>
            </a:r>
            <a:r>
              <a:rPr lang="en-US" sz="1800" b="1" i="0" u="none" dirty="0">
                <a:solidFill>
                  <a:schemeClr val="dk1"/>
                </a:solidFill>
                <a:latin typeface="Helvetica Neue"/>
                <a:ea typeface="Helvetica Neue"/>
                <a:cs typeface="Helvetica Neue"/>
                <a:sym typeface="Helvetica Neue"/>
              </a:rPr>
              <a:t>T1                                        T2</a:t>
            </a:r>
            <a:endParaRPr dirty="0"/>
          </a:p>
          <a:p>
            <a:pPr marL="742950" lvl="1" indent="-285750" algn="l" rtl="0">
              <a:lnSpc>
                <a:spcPct val="90000"/>
              </a:lnSpc>
              <a:spcBef>
                <a:spcPts val="560"/>
              </a:spcBef>
              <a:spcAft>
                <a:spcPts val="0"/>
              </a:spcAft>
              <a:buSzPts val="1280"/>
              <a:buNone/>
            </a:pPr>
            <a:r>
              <a:rPr lang="en-US" sz="1600" b="0" i="0" u="none" dirty="0">
                <a:solidFill>
                  <a:schemeClr val="dk1"/>
                </a:solidFill>
                <a:latin typeface="Helvetica Neue"/>
                <a:ea typeface="Helvetica Neue"/>
                <a:cs typeface="Helvetica Neue"/>
                <a:sym typeface="Helvetica Neue"/>
              </a:rPr>
              <a:t>1.	</a:t>
            </a:r>
            <a:r>
              <a:rPr lang="en-US" sz="1600" b="1" i="0" u="none" dirty="0">
                <a:solidFill>
                  <a:schemeClr val="dk1"/>
                </a:solidFill>
                <a:latin typeface="Helvetica Neue"/>
                <a:ea typeface="Helvetica Neue"/>
                <a:cs typeface="Helvetica Neue"/>
                <a:sym typeface="Helvetica Neue"/>
              </a:rPr>
              <a:t>read</a:t>
            </a:r>
            <a:r>
              <a:rPr lang="en-US" sz="1600" b="0" i="0" u="none" dirty="0">
                <a:solidFill>
                  <a:schemeClr val="dk1"/>
                </a:solidFill>
                <a:latin typeface="Helvetica Neue"/>
                <a:ea typeface="Helvetica Neue"/>
                <a:cs typeface="Helvetica Neue"/>
                <a:sym typeface="Helvetica Neue"/>
              </a:rPr>
              <a:t>(</a:t>
            </a:r>
            <a:r>
              <a:rPr lang="en-US" sz="1600" b="0" i="1" u="none" dirty="0">
                <a:solidFill>
                  <a:schemeClr val="dk1"/>
                </a:solidFill>
                <a:latin typeface="Helvetica Neue"/>
                <a:ea typeface="Helvetica Neue"/>
                <a:cs typeface="Helvetica Neue"/>
                <a:sym typeface="Helvetica Neue"/>
              </a:rPr>
              <a:t>A</a:t>
            </a:r>
            <a:r>
              <a:rPr lang="en-US" sz="1600" b="0" i="0" u="none" dirty="0">
                <a:solidFill>
                  <a:schemeClr val="dk1"/>
                </a:solidFill>
                <a:latin typeface="Helvetica Neue"/>
                <a:ea typeface="Helvetica Neue"/>
                <a:cs typeface="Helvetica Neue"/>
                <a:sym typeface="Helvetica Neue"/>
              </a:rPr>
              <a:t>)</a:t>
            </a:r>
            <a:endParaRPr dirty="0"/>
          </a:p>
          <a:p>
            <a:pPr marL="742950" lvl="1" indent="-285750" algn="l" rtl="0">
              <a:lnSpc>
                <a:spcPct val="90000"/>
              </a:lnSpc>
              <a:spcBef>
                <a:spcPts val="560"/>
              </a:spcBef>
              <a:spcAft>
                <a:spcPts val="0"/>
              </a:spcAft>
              <a:buSzPts val="1280"/>
              <a:buNone/>
            </a:pPr>
            <a:r>
              <a:rPr lang="en-US" sz="1600" b="0" i="0" u="none" dirty="0">
                <a:solidFill>
                  <a:schemeClr val="dk1"/>
                </a:solidFill>
                <a:latin typeface="Helvetica Neue"/>
                <a:ea typeface="Helvetica Neue"/>
                <a:cs typeface="Helvetica Neue"/>
                <a:sym typeface="Helvetica Neue"/>
              </a:rPr>
              <a:t>2.	</a:t>
            </a:r>
            <a:r>
              <a:rPr lang="en-US" sz="1600" b="0" i="1" u="none" dirty="0">
                <a:solidFill>
                  <a:schemeClr val="dk1"/>
                </a:solidFill>
                <a:latin typeface="Helvetica Neue"/>
                <a:ea typeface="Helvetica Neue"/>
                <a:cs typeface="Helvetica Neue"/>
                <a:sym typeface="Helvetica Neue"/>
              </a:rPr>
              <a:t>A</a:t>
            </a:r>
            <a:r>
              <a:rPr lang="en-US" sz="1600" b="0" i="0" u="none" dirty="0">
                <a:solidFill>
                  <a:schemeClr val="dk1"/>
                </a:solidFill>
                <a:latin typeface="Helvetica Neue"/>
                <a:ea typeface="Helvetica Neue"/>
                <a:cs typeface="Helvetica Neue"/>
                <a:sym typeface="Helvetica Neue"/>
              </a:rPr>
              <a:t> := </a:t>
            </a:r>
            <a:r>
              <a:rPr lang="en-US" sz="1600" b="0" i="1" u="none" dirty="0">
                <a:solidFill>
                  <a:schemeClr val="dk1"/>
                </a:solidFill>
                <a:latin typeface="Helvetica Neue"/>
                <a:ea typeface="Helvetica Neue"/>
                <a:cs typeface="Helvetica Neue"/>
                <a:sym typeface="Helvetica Neue"/>
              </a:rPr>
              <a:t>A – </a:t>
            </a:r>
            <a:r>
              <a:rPr lang="en-US" sz="1600" b="0" i="0" u="none" dirty="0">
                <a:solidFill>
                  <a:schemeClr val="dk1"/>
                </a:solidFill>
                <a:latin typeface="Helvetica Neue"/>
                <a:ea typeface="Helvetica Neue"/>
                <a:cs typeface="Helvetica Neue"/>
                <a:sym typeface="Helvetica Neue"/>
              </a:rPr>
              <a:t>50</a:t>
            </a:r>
            <a:endParaRPr dirty="0"/>
          </a:p>
          <a:p>
            <a:pPr marL="742950" lvl="1" indent="-285750" algn="l" rtl="0">
              <a:lnSpc>
                <a:spcPct val="90000"/>
              </a:lnSpc>
              <a:spcBef>
                <a:spcPts val="560"/>
              </a:spcBef>
              <a:spcAft>
                <a:spcPts val="0"/>
              </a:spcAft>
              <a:buSzPts val="1280"/>
              <a:buNone/>
            </a:pPr>
            <a:r>
              <a:rPr lang="en-US" sz="1600" b="0" i="0" u="none" dirty="0">
                <a:solidFill>
                  <a:schemeClr val="dk1"/>
                </a:solidFill>
                <a:latin typeface="Helvetica Neue"/>
                <a:ea typeface="Helvetica Neue"/>
                <a:cs typeface="Helvetica Neue"/>
                <a:sym typeface="Helvetica Neue"/>
              </a:rPr>
              <a:t>3.	</a:t>
            </a:r>
            <a:r>
              <a:rPr lang="en-US" sz="1600" b="1" i="0" u="none" dirty="0">
                <a:solidFill>
                  <a:schemeClr val="dk1"/>
                </a:solidFill>
                <a:latin typeface="Helvetica Neue"/>
                <a:ea typeface="Helvetica Neue"/>
                <a:cs typeface="Helvetica Neue"/>
                <a:sym typeface="Helvetica Neue"/>
              </a:rPr>
              <a:t>write</a:t>
            </a:r>
            <a:r>
              <a:rPr lang="en-US" sz="1600" b="0" i="0" u="none" dirty="0">
                <a:solidFill>
                  <a:schemeClr val="dk1"/>
                </a:solidFill>
                <a:latin typeface="Helvetica Neue"/>
                <a:ea typeface="Helvetica Neue"/>
                <a:cs typeface="Helvetica Neue"/>
                <a:sym typeface="Helvetica Neue"/>
              </a:rPr>
              <a:t>(</a:t>
            </a:r>
            <a:r>
              <a:rPr lang="en-US" sz="1600" b="0" i="1" u="none" dirty="0">
                <a:solidFill>
                  <a:schemeClr val="dk1"/>
                </a:solidFill>
                <a:latin typeface="Helvetica Neue"/>
                <a:ea typeface="Helvetica Neue"/>
                <a:cs typeface="Helvetica Neue"/>
                <a:sym typeface="Helvetica Neue"/>
              </a:rPr>
              <a:t>A</a:t>
            </a:r>
            <a:r>
              <a:rPr lang="en-US" sz="1600" b="0" i="0" u="none" dirty="0">
                <a:solidFill>
                  <a:schemeClr val="dk1"/>
                </a:solidFill>
                <a:latin typeface="Helvetica Neue"/>
                <a:ea typeface="Helvetica Neue"/>
                <a:cs typeface="Helvetica Neue"/>
                <a:sym typeface="Helvetica Neue"/>
              </a:rPr>
              <a:t>)</a:t>
            </a:r>
            <a:br>
              <a:rPr lang="en-US" sz="1600" b="0" i="0" u="none" dirty="0">
                <a:solidFill>
                  <a:schemeClr val="dk1"/>
                </a:solidFill>
                <a:latin typeface="Helvetica Neue"/>
                <a:ea typeface="Helvetica Neue"/>
                <a:cs typeface="Helvetica Neue"/>
                <a:sym typeface="Helvetica Neue"/>
              </a:rPr>
            </a:br>
            <a:r>
              <a:rPr lang="en-US" sz="1600" b="0" i="0" u="none" dirty="0">
                <a:solidFill>
                  <a:schemeClr val="dk1"/>
                </a:solidFill>
                <a:latin typeface="Helvetica Neue"/>
                <a:ea typeface="Helvetica Neue"/>
                <a:cs typeface="Helvetica Neue"/>
                <a:sym typeface="Helvetica Neue"/>
              </a:rPr>
              <a:t>                                      read(A), read(B), print(A+B)</a:t>
            </a:r>
            <a:endParaRPr dirty="0"/>
          </a:p>
          <a:p>
            <a:pPr marL="742950" lvl="1" indent="-285750" algn="l" rtl="0">
              <a:lnSpc>
                <a:spcPct val="90000"/>
              </a:lnSpc>
              <a:spcBef>
                <a:spcPts val="560"/>
              </a:spcBef>
              <a:spcAft>
                <a:spcPts val="0"/>
              </a:spcAft>
              <a:buSzPts val="1280"/>
              <a:buNone/>
            </a:pPr>
            <a:r>
              <a:rPr lang="en-US" sz="1600" b="0" i="0" u="none" dirty="0">
                <a:solidFill>
                  <a:schemeClr val="dk1"/>
                </a:solidFill>
                <a:latin typeface="Helvetica Neue"/>
                <a:ea typeface="Helvetica Neue"/>
                <a:cs typeface="Helvetica Neue"/>
                <a:sym typeface="Helvetica Neue"/>
              </a:rPr>
              <a:t>4.	</a:t>
            </a:r>
            <a:r>
              <a:rPr lang="en-US" sz="1600" b="1" i="0" u="none" dirty="0">
                <a:solidFill>
                  <a:schemeClr val="dk1"/>
                </a:solidFill>
                <a:latin typeface="Helvetica Neue"/>
                <a:ea typeface="Helvetica Neue"/>
                <a:cs typeface="Helvetica Neue"/>
                <a:sym typeface="Helvetica Neue"/>
              </a:rPr>
              <a:t>read</a:t>
            </a:r>
            <a:r>
              <a:rPr lang="en-US" sz="1600" b="0" i="0" u="none" dirty="0">
                <a:solidFill>
                  <a:schemeClr val="dk1"/>
                </a:solidFill>
                <a:latin typeface="Helvetica Neue"/>
                <a:ea typeface="Helvetica Neue"/>
                <a:cs typeface="Helvetica Neue"/>
                <a:sym typeface="Helvetica Neue"/>
              </a:rPr>
              <a:t>(</a:t>
            </a:r>
            <a:r>
              <a:rPr lang="en-US" sz="1600" b="0" i="1" u="none" dirty="0">
                <a:solidFill>
                  <a:schemeClr val="dk1"/>
                </a:solidFill>
                <a:latin typeface="Helvetica Neue"/>
                <a:ea typeface="Helvetica Neue"/>
                <a:cs typeface="Helvetica Neue"/>
                <a:sym typeface="Helvetica Neue"/>
              </a:rPr>
              <a:t>B</a:t>
            </a:r>
            <a:r>
              <a:rPr lang="en-US" sz="1600" b="0" i="0" u="none" dirty="0">
                <a:solidFill>
                  <a:schemeClr val="dk1"/>
                </a:solidFill>
                <a:latin typeface="Helvetica Neue"/>
                <a:ea typeface="Helvetica Neue"/>
                <a:cs typeface="Helvetica Neue"/>
                <a:sym typeface="Helvetica Neue"/>
              </a:rPr>
              <a:t>)</a:t>
            </a:r>
            <a:endParaRPr dirty="0"/>
          </a:p>
          <a:p>
            <a:pPr marL="742950" lvl="1" indent="-285750" algn="l" rtl="0">
              <a:lnSpc>
                <a:spcPct val="90000"/>
              </a:lnSpc>
              <a:spcBef>
                <a:spcPts val="560"/>
              </a:spcBef>
              <a:spcAft>
                <a:spcPts val="0"/>
              </a:spcAft>
              <a:buSzPts val="1280"/>
              <a:buNone/>
            </a:pPr>
            <a:r>
              <a:rPr lang="en-US" sz="1600" b="0" i="0" u="none" dirty="0">
                <a:solidFill>
                  <a:schemeClr val="dk1"/>
                </a:solidFill>
                <a:latin typeface="Helvetica Neue"/>
                <a:ea typeface="Helvetica Neue"/>
                <a:cs typeface="Helvetica Neue"/>
                <a:sym typeface="Helvetica Neue"/>
              </a:rPr>
              <a:t>5.	</a:t>
            </a:r>
            <a:r>
              <a:rPr lang="en-US" sz="1600" b="0" i="1" u="none" dirty="0">
                <a:solidFill>
                  <a:schemeClr val="dk1"/>
                </a:solidFill>
                <a:latin typeface="Helvetica Neue"/>
                <a:ea typeface="Helvetica Neue"/>
                <a:cs typeface="Helvetica Neue"/>
                <a:sym typeface="Helvetica Neue"/>
              </a:rPr>
              <a:t>B</a:t>
            </a:r>
            <a:r>
              <a:rPr lang="en-US" sz="1600" b="0" i="0" u="none" dirty="0">
                <a:solidFill>
                  <a:schemeClr val="dk1"/>
                </a:solidFill>
                <a:latin typeface="Helvetica Neue"/>
                <a:ea typeface="Helvetica Neue"/>
                <a:cs typeface="Helvetica Neue"/>
                <a:sym typeface="Helvetica Neue"/>
              </a:rPr>
              <a:t> := </a:t>
            </a:r>
            <a:r>
              <a:rPr lang="en-US" sz="1600" b="0" i="1" u="none" dirty="0">
                <a:solidFill>
                  <a:schemeClr val="dk1"/>
                </a:solidFill>
                <a:latin typeface="Helvetica Neue"/>
                <a:ea typeface="Helvetica Neue"/>
                <a:cs typeface="Helvetica Neue"/>
                <a:sym typeface="Helvetica Neue"/>
              </a:rPr>
              <a:t>B + </a:t>
            </a:r>
            <a:r>
              <a:rPr lang="en-US" sz="1600" b="0" i="0" u="none" dirty="0">
                <a:solidFill>
                  <a:schemeClr val="dk1"/>
                </a:solidFill>
                <a:latin typeface="Helvetica Neue"/>
                <a:ea typeface="Helvetica Neue"/>
                <a:cs typeface="Helvetica Neue"/>
                <a:sym typeface="Helvetica Neue"/>
              </a:rPr>
              <a:t>50</a:t>
            </a:r>
            <a:endParaRPr dirty="0"/>
          </a:p>
          <a:p>
            <a:pPr marL="742950" lvl="1" indent="-285750" algn="l" rtl="0">
              <a:lnSpc>
                <a:spcPct val="90000"/>
              </a:lnSpc>
              <a:spcBef>
                <a:spcPts val="560"/>
              </a:spcBef>
              <a:spcAft>
                <a:spcPts val="0"/>
              </a:spcAft>
              <a:buSzPts val="1280"/>
              <a:buNone/>
            </a:pPr>
            <a:r>
              <a:rPr lang="en-US" sz="1600" b="0" i="0" u="none" dirty="0">
                <a:solidFill>
                  <a:schemeClr val="dk1"/>
                </a:solidFill>
                <a:latin typeface="Helvetica Neue"/>
                <a:ea typeface="Helvetica Neue"/>
                <a:cs typeface="Helvetica Neue"/>
                <a:sym typeface="Helvetica Neue"/>
              </a:rPr>
              <a:t>6.	</a:t>
            </a:r>
            <a:r>
              <a:rPr lang="en-US" sz="1600" b="1" i="0" u="none" dirty="0">
                <a:solidFill>
                  <a:schemeClr val="dk1"/>
                </a:solidFill>
                <a:latin typeface="Helvetica Neue"/>
                <a:ea typeface="Helvetica Neue"/>
                <a:cs typeface="Helvetica Neue"/>
                <a:sym typeface="Helvetica Neue"/>
              </a:rPr>
              <a:t>write</a:t>
            </a:r>
            <a:r>
              <a:rPr lang="en-US" sz="1600" b="0" i="0" u="none" dirty="0">
                <a:solidFill>
                  <a:schemeClr val="dk1"/>
                </a:solidFill>
                <a:latin typeface="Helvetica Neue"/>
                <a:ea typeface="Helvetica Neue"/>
                <a:cs typeface="Helvetica Neue"/>
                <a:sym typeface="Helvetica Neue"/>
              </a:rPr>
              <a:t>(</a:t>
            </a:r>
            <a:r>
              <a:rPr lang="en-US" sz="1600" b="0" i="1" u="none" dirty="0">
                <a:solidFill>
                  <a:schemeClr val="dk1"/>
                </a:solidFill>
                <a:latin typeface="Helvetica Neue"/>
                <a:ea typeface="Helvetica Neue"/>
                <a:cs typeface="Helvetica Neue"/>
                <a:sym typeface="Helvetica Neue"/>
              </a:rPr>
              <a:t>B</a:t>
            </a:r>
            <a:endParaRPr sz="1800" b="0" i="0" u="none" dirty="0">
              <a:solidFill>
                <a:schemeClr val="dk1"/>
              </a:solidFill>
              <a:latin typeface="Helvetica Neue"/>
              <a:ea typeface="Helvetica Neue"/>
              <a:cs typeface="Helvetica Neue"/>
              <a:sym typeface="Helvetica Neue"/>
            </a:endParaRPr>
          </a:p>
          <a:p>
            <a:pPr marL="342900" lvl="0" indent="-342900" algn="l" rtl="0">
              <a:lnSpc>
                <a:spcPct val="90000"/>
              </a:lnSpc>
              <a:spcBef>
                <a:spcPts val="630"/>
              </a:spcBef>
              <a:spcAft>
                <a:spcPts val="0"/>
              </a:spcAft>
              <a:buClr>
                <a:schemeClr val="dk2"/>
              </a:buClr>
              <a:buSzPts val="162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Isolation can be ensured trivially by running transactions </a:t>
            </a:r>
            <a:r>
              <a:rPr lang="en-US" sz="1800" b="1" i="0" u="none" dirty="0">
                <a:solidFill>
                  <a:schemeClr val="dk2"/>
                </a:solidFill>
                <a:highlight>
                  <a:srgbClr val="FFFF00"/>
                </a:highlight>
                <a:latin typeface="Helvetica Neue"/>
                <a:ea typeface="Helvetica Neue"/>
                <a:cs typeface="Helvetica Neue"/>
                <a:sym typeface="Helvetica Neue"/>
              </a:rPr>
              <a:t>serially</a:t>
            </a:r>
            <a:endParaRPr dirty="0">
              <a:highlight>
                <a:srgbClr val="FFFF00"/>
              </a:highlight>
            </a:endParaRPr>
          </a:p>
          <a:p>
            <a:pPr marL="742950" lvl="1" indent="-285750" algn="l" rtl="0">
              <a:lnSpc>
                <a:spcPct val="90000"/>
              </a:lnSpc>
              <a:spcBef>
                <a:spcPts val="630"/>
              </a:spcBef>
              <a:spcAft>
                <a:spcPts val="0"/>
              </a:spcAft>
              <a:buClr>
                <a:schemeClr val="hlink"/>
              </a:buClr>
              <a:buSzPts val="144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 that is, one after the other.   </a:t>
            </a:r>
            <a:endParaRPr dirty="0">
              <a:highlight>
                <a:srgbClr val="FFFF00"/>
              </a:highlight>
            </a:endParaRPr>
          </a:p>
          <a:p>
            <a:pPr marL="342900" lvl="0" indent="-342900" algn="l" rtl="0">
              <a:lnSpc>
                <a:spcPct val="90000"/>
              </a:lnSpc>
              <a:spcBef>
                <a:spcPts val="630"/>
              </a:spcBef>
              <a:spcAft>
                <a:spcPts val="0"/>
              </a:spcAft>
              <a:buClr>
                <a:schemeClr val="dk2"/>
              </a:buClr>
              <a:buSzPts val="1620"/>
              <a:buFont typeface="Arial"/>
              <a:buChar char="●"/>
            </a:pPr>
            <a:r>
              <a:rPr lang="en-US" sz="1800" b="0" i="0" u="none" dirty="0">
                <a:solidFill>
                  <a:schemeClr val="dk1"/>
                </a:solidFill>
                <a:latin typeface="Helvetica Neue"/>
                <a:ea typeface="Helvetica Neue"/>
                <a:cs typeface="Helvetica Neue"/>
                <a:sym typeface="Helvetica Neue"/>
              </a:rPr>
              <a:t>However, executing multiple transactions concurrently has significant benefits, as we will see later.</a:t>
            </a: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20"/>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ACID Properties</a:t>
            </a:r>
            <a:endParaRPr/>
          </a:p>
        </p:txBody>
      </p:sp>
      <p:sp>
        <p:nvSpPr>
          <p:cNvPr id="123" name="Google Shape;123;p20"/>
          <p:cNvSpPr txBox="1">
            <a:spLocks noGrp="1"/>
          </p:cNvSpPr>
          <p:nvPr>
            <p:ph type="body" idx="1"/>
          </p:nvPr>
        </p:nvSpPr>
        <p:spPr>
          <a:xfrm>
            <a:off x="914400" y="2081212"/>
            <a:ext cx="7872412" cy="4776787"/>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620"/>
              <a:buFont typeface="Arial"/>
              <a:buChar char="●"/>
            </a:pPr>
            <a:r>
              <a:rPr lang="en-US" sz="1800" b="1" i="0" u="none" dirty="0">
                <a:solidFill>
                  <a:schemeClr val="dk2"/>
                </a:solidFill>
                <a:highlight>
                  <a:srgbClr val="FFFF00"/>
                </a:highlight>
                <a:latin typeface="Helvetica Neue"/>
                <a:ea typeface="Helvetica Neue"/>
                <a:cs typeface="Helvetica Neue"/>
                <a:sym typeface="Helvetica Neue"/>
              </a:rPr>
              <a:t>Atomicity</a:t>
            </a:r>
            <a:r>
              <a:rPr lang="en-US" sz="1800" b="1" i="0" u="none" dirty="0">
                <a:solidFill>
                  <a:schemeClr val="dk1"/>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 Either all operations of the transaction are properly reflected in the database or none are.</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1" i="0" u="none" dirty="0">
                <a:solidFill>
                  <a:schemeClr val="dk2"/>
                </a:solidFill>
                <a:highlight>
                  <a:srgbClr val="FFFF00"/>
                </a:highlight>
                <a:latin typeface="Helvetica Neue"/>
                <a:ea typeface="Helvetica Neue"/>
                <a:cs typeface="Helvetica Neue"/>
                <a:sym typeface="Helvetica Neue"/>
              </a:rPr>
              <a:t>Consistency</a:t>
            </a:r>
            <a:r>
              <a:rPr lang="en-US" sz="1800" b="1" i="0" u="none" dirty="0">
                <a:solidFill>
                  <a:schemeClr val="dk1"/>
                </a:solidFill>
                <a:highlight>
                  <a:srgbClr val="FFFF00"/>
                </a:highlight>
                <a:latin typeface="Helvetica Neue"/>
                <a:ea typeface="Helvetica Neue"/>
                <a:cs typeface="Helvetica Neue"/>
                <a:sym typeface="Helvetica Neue"/>
              </a:rPr>
              <a:t>.</a:t>
            </a:r>
            <a:r>
              <a:rPr lang="en-US" sz="1800" b="0" i="0" u="none" dirty="0">
                <a:solidFill>
                  <a:schemeClr val="dk1"/>
                </a:solidFill>
                <a:highlight>
                  <a:srgbClr val="FFFF00"/>
                </a:highlight>
                <a:latin typeface="Helvetica Neue"/>
                <a:ea typeface="Helvetica Neue"/>
                <a:cs typeface="Helvetica Neue"/>
                <a:sym typeface="Helvetica Neue"/>
              </a:rPr>
              <a:t>  Execution of a transaction in isolation preserves the consistency of the database.</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1" i="0" u="none" dirty="0">
                <a:solidFill>
                  <a:schemeClr val="dk2"/>
                </a:solidFill>
                <a:highlight>
                  <a:srgbClr val="FFFF00"/>
                </a:highlight>
                <a:latin typeface="Helvetica Neue"/>
                <a:ea typeface="Helvetica Neue"/>
                <a:cs typeface="Helvetica Neue"/>
                <a:sym typeface="Helvetica Neue"/>
              </a:rPr>
              <a:t>Isolation</a:t>
            </a:r>
            <a:r>
              <a:rPr lang="en-US" sz="1800" b="1" i="0" u="none" dirty="0">
                <a:solidFill>
                  <a:schemeClr val="dk1"/>
                </a:solidFill>
                <a:highlight>
                  <a:srgbClr val="FFFF00"/>
                </a:highlight>
                <a:latin typeface="Helvetica Neue"/>
                <a:ea typeface="Helvetica Neue"/>
                <a:cs typeface="Helvetica Neue"/>
                <a:sym typeface="Helvetica Neue"/>
              </a:rPr>
              <a:t>.</a:t>
            </a:r>
            <a:r>
              <a:rPr lang="en-US" sz="1800" b="0" i="0" u="none" dirty="0">
                <a:solidFill>
                  <a:schemeClr val="dk1"/>
                </a:solidFill>
                <a:highlight>
                  <a:srgbClr val="FFFF00"/>
                </a:highlight>
                <a:latin typeface="Helvetica Neue"/>
                <a:ea typeface="Helvetica Neue"/>
                <a:cs typeface="Helvetica Neue"/>
                <a:sym typeface="Helvetica Neue"/>
              </a:rPr>
              <a:t>  Although multiple transactions may execute concurrently, each transaction must be unaware of other concurrently executing transactions.  Intermediate transaction results must be hidden from other concurrently executed transactions.  </a:t>
            </a:r>
            <a:endParaRPr dirty="0">
              <a:highlight>
                <a:srgbClr val="FFFF00"/>
              </a:highlight>
            </a:endParaRPr>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That is, for every pair of transactions </a:t>
            </a:r>
            <a:r>
              <a:rPr lang="en-US" sz="1800" b="0" i="1" u="none" dirty="0">
                <a:solidFill>
                  <a:schemeClr val="dk1"/>
                </a:solidFill>
                <a:highlight>
                  <a:srgbClr val="FFFF00"/>
                </a:highlight>
                <a:latin typeface="Helvetica Neue"/>
                <a:ea typeface="Helvetica Neue"/>
                <a:cs typeface="Helvetica Neue"/>
                <a:sym typeface="Helvetica Neue"/>
              </a:rPr>
              <a:t>T</a:t>
            </a:r>
            <a:r>
              <a:rPr lang="en-US" sz="1800" b="0" i="1" u="none" baseline="-25000" dirty="0">
                <a:solidFill>
                  <a:schemeClr val="dk1"/>
                </a:solidFill>
                <a:highlight>
                  <a:srgbClr val="FFFF00"/>
                </a:highlight>
                <a:latin typeface="Helvetica Neue"/>
                <a:ea typeface="Helvetica Neue"/>
                <a:cs typeface="Helvetica Neue"/>
                <a:sym typeface="Helvetica Neue"/>
              </a:rPr>
              <a:t>i</a:t>
            </a:r>
            <a:r>
              <a:rPr lang="en-US" sz="1800" b="0" i="1" u="none" dirty="0">
                <a:solidFill>
                  <a:schemeClr val="dk1"/>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and </a:t>
            </a:r>
            <a:r>
              <a:rPr lang="en-US" sz="1800" b="0" i="1" u="none" dirty="0" err="1">
                <a:solidFill>
                  <a:schemeClr val="dk1"/>
                </a:solidFill>
                <a:highlight>
                  <a:srgbClr val="FFFF00"/>
                </a:highlight>
                <a:latin typeface="Helvetica Neue"/>
                <a:ea typeface="Helvetica Neue"/>
                <a:cs typeface="Helvetica Neue"/>
                <a:sym typeface="Helvetica Neue"/>
              </a:rPr>
              <a:t>T</a:t>
            </a:r>
            <a:r>
              <a:rPr lang="en-US" sz="1800" b="0" i="1" u="none" baseline="-25000" dirty="0" err="1">
                <a:solidFill>
                  <a:schemeClr val="dk1"/>
                </a:solidFill>
                <a:highlight>
                  <a:srgbClr val="FFFF00"/>
                </a:highlight>
                <a:latin typeface="Helvetica Neue"/>
                <a:ea typeface="Helvetica Neue"/>
                <a:cs typeface="Helvetica Neue"/>
                <a:sym typeface="Helvetica Neue"/>
              </a:rPr>
              <a:t>j</a:t>
            </a:r>
            <a:r>
              <a:rPr lang="en-US" sz="1800" b="0" i="1" u="none" dirty="0">
                <a:solidFill>
                  <a:schemeClr val="dk1"/>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it appears to </a:t>
            </a:r>
            <a:r>
              <a:rPr lang="en-US" sz="1800" b="0" i="1" u="none" dirty="0">
                <a:solidFill>
                  <a:schemeClr val="dk1"/>
                </a:solidFill>
                <a:highlight>
                  <a:srgbClr val="FFFF00"/>
                </a:highlight>
                <a:latin typeface="Helvetica Neue"/>
                <a:ea typeface="Helvetica Neue"/>
                <a:cs typeface="Helvetica Neue"/>
                <a:sym typeface="Helvetica Neue"/>
              </a:rPr>
              <a:t>T</a:t>
            </a:r>
            <a:r>
              <a:rPr lang="en-US" sz="1800" b="0" i="1" u="none" baseline="-25000" dirty="0">
                <a:solidFill>
                  <a:schemeClr val="dk1"/>
                </a:solidFill>
                <a:highlight>
                  <a:srgbClr val="FFFF00"/>
                </a:highlight>
                <a:latin typeface="Helvetica Neue"/>
                <a:ea typeface="Helvetica Neue"/>
                <a:cs typeface="Helvetica Neue"/>
                <a:sym typeface="Helvetica Neue"/>
              </a:rPr>
              <a:t>i</a:t>
            </a:r>
            <a:r>
              <a:rPr lang="en-US" sz="1800" b="0" i="1" u="none" dirty="0">
                <a:solidFill>
                  <a:schemeClr val="dk1"/>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that either </a:t>
            </a:r>
            <a:r>
              <a:rPr lang="en-US" sz="1800" b="0" i="1" u="none" dirty="0" err="1">
                <a:solidFill>
                  <a:schemeClr val="dk1"/>
                </a:solidFill>
                <a:highlight>
                  <a:srgbClr val="FFFF00"/>
                </a:highlight>
                <a:latin typeface="Helvetica Neue"/>
                <a:ea typeface="Helvetica Neue"/>
                <a:cs typeface="Helvetica Neue"/>
                <a:sym typeface="Helvetica Neue"/>
              </a:rPr>
              <a:t>T</a:t>
            </a:r>
            <a:r>
              <a:rPr lang="en-US" sz="1800" b="0" i="1" u="none" baseline="-25000" dirty="0" err="1">
                <a:solidFill>
                  <a:schemeClr val="dk1"/>
                </a:solidFill>
                <a:highlight>
                  <a:srgbClr val="FFFF00"/>
                </a:highlight>
                <a:latin typeface="Helvetica Neue"/>
                <a:ea typeface="Helvetica Neue"/>
                <a:cs typeface="Helvetica Neue"/>
                <a:sym typeface="Helvetica Neue"/>
              </a:rPr>
              <a:t>j</a:t>
            </a:r>
            <a:r>
              <a:rPr lang="en-US" sz="1800" b="0" i="1" u="none" dirty="0">
                <a:solidFill>
                  <a:schemeClr val="dk1"/>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finished execution before </a:t>
            </a:r>
            <a:r>
              <a:rPr lang="en-US" sz="1800" b="0" i="1" u="none" dirty="0">
                <a:solidFill>
                  <a:schemeClr val="dk1"/>
                </a:solidFill>
                <a:highlight>
                  <a:srgbClr val="FFFF00"/>
                </a:highlight>
                <a:latin typeface="Helvetica Neue"/>
                <a:ea typeface="Helvetica Neue"/>
                <a:cs typeface="Helvetica Neue"/>
                <a:sym typeface="Helvetica Neue"/>
              </a:rPr>
              <a:t>T</a:t>
            </a:r>
            <a:r>
              <a:rPr lang="en-US" sz="1800" b="0" i="1" u="none" baseline="-25000" dirty="0">
                <a:solidFill>
                  <a:schemeClr val="dk1"/>
                </a:solidFill>
                <a:highlight>
                  <a:srgbClr val="FFFF00"/>
                </a:highlight>
                <a:latin typeface="Helvetica Neue"/>
                <a:ea typeface="Helvetica Neue"/>
                <a:cs typeface="Helvetica Neue"/>
                <a:sym typeface="Helvetica Neue"/>
              </a:rPr>
              <a:t>i</a:t>
            </a:r>
            <a:r>
              <a:rPr lang="en-US" sz="1800" b="0" i="0" u="none" dirty="0">
                <a:solidFill>
                  <a:schemeClr val="dk1"/>
                </a:solidFill>
                <a:highlight>
                  <a:srgbClr val="FFFF00"/>
                </a:highlight>
                <a:latin typeface="Helvetica Neue"/>
                <a:ea typeface="Helvetica Neue"/>
                <a:cs typeface="Helvetica Neue"/>
                <a:sym typeface="Helvetica Neue"/>
              </a:rPr>
              <a:t> started, or </a:t>
            </a:r>
            <a:r>
              <a:rPr lang="en-US" sz="1800" b="0" i="1" u="none" dirty="0" err="1">
                <a:solidFill>
                  <a:schemeClr val="dk1"/>
                </a:solidFill>
                <a:highlight>
                  <a:srgbClr val="FFFF00"/>
                </a:highlight>
                <a:latin typeface="Helvetica Neue"/>
                <a:ea typeface="Helvetica Neue"/>
                <a:cs typeface="Helvetica Neue"/>
                <a:sym typeface="Helvetica Neue"/>
              </a:rPr>
              <a:t>T</a:t>
            </a:r>
            <a:r>
              <a:rPr lang="en-US" sz="1800" b="0" i="1" u="none" baseline="-25000" dirty="0" err="1">
                <a:solidFill>
                  <a:schemeClr val="dk1"/>
                </a:solidFill>
                <a:highlight>
                  <a:srgbClr val="FFFF00"/>
                </a:highlight>
                <a:latin typeface="Helvetica Neue"/>
                <a:ea typeface="Helvetica Neue"/>
                <a:cs typeface="Helvetica Neue"/>
                <a:sym typeface="Helvetica Neue"/>
              </a:rPr>
              <a:t>j</a:t>
            </a:r>
            <a:r>
              <a:rPr lang="en-US" sz="1800" b="0" i="0" u="none" dirty="0">
                <a:solidFill>
                  <a:schemeClr val="dk1"/>
                </a:solidFill>
                <a:highlight>
                  <a:srgbClr val="FFFF00"/>
                </a:highlight>
                <a:latin typeface="Helvetica Neue"/>
                <a:ea typeface="Helvetica Neue"/>
                <a:cs typeface="Helvetica Neue"/>
                <a:sym typeface="Helvetica Neue"/>
              </a:rPr>
              <a:t> started execution after </a:t>
            </a:r>
            <a:r>
              <a:rPr lang="en-US" sz="1800" b="0" i="1" u="none" dirty="0">
                <a:solidFill>
                  <a:schemeClr val="dk1"/>
                </a:solidFill>
                <a:highlight>
                  <a:srgbClr val="FFFF00"/>
                </a:highlight>
                <a:latin typeface="Helvetica Neue"/>
                <a:ea typeface="Helvetica Neue"/>
                <a:cs typeface="Helvetica Neue"/>
                <a:sym typeface="Helvetica Neue"/>
              </a:rPr>
              <a:t>T</a:t>
            </a:r>
            <a:r>
              <a:rPr lang="en-US" sz="1800" b="0" i="1" u="none" baseline="-25000" dirty="0">
                <a:solidFill>
                  <a:schemeClr val="dk1"/>
                </a:solidFill>
                <a:highlight>
                  <a:srgbClr val="FFFF00"/>
                </a:highlight>
                <a:latin typeface="Helvetica Neue"/>
                <a:ea typeface="Helvetica Neue"/>
                <a:cs typeface="Helvetica Neue"/>
                <a:sym typeface="Helvetica Neue"/>
              </a:rPr>
              <a:t>i</a:t>
            </a:r>
            <a:r>
              <a:rPr lang="en-US" sz="1800" b="0" i="0" u="none" dirty="0">
                <a:solidFill>
                  <a:schemeClr val="dk1"/>
                </a:solidFill>
                <a:highlight>
                  <a:srgbClr val="FFFF00"/>
                </a:highlight>
                <a:latin typeface="Helvetica Neue"/>
                <a:ea typeface="Helvetica Neue"/>
                <a:cs typeface="Helvetica Neue"/>
                <a:sym typeface="Helvetica Neue"/>
              </a:rPr>
              <a:t> finished.</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1" i="0" u="none" dirty="0">
                <a:solidFill>
                  <a:schemeClr val="dk2"/>
                </a:solidFill>
                <a:highlight>
                  <a:srgbClr val="FFFF00"/>
                </a:highlight>
                <a:latin typeface="Helvetica Neue"/>
                <a:ea typeface="Helvetica Neue"/>
                <a:cs typeface="Helvetica Neue"/>
                <a:sym typeface="Helvetica Neue"/>
              </a:rPr>
              <a:t>Durability</a:t>
            </a:r>
            <a:r>
              <a:rPr lang="en-US" sz="1800" b="1" i="0" u="none" dirty="0">
                <a:solidFill>
                  <a:schemeClr val="dk1"/>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After a transaction completes successfully, the changes it has made to the database persist, even if there are system failures. </a:t>
            </a:r>
            <a:endParaRPr dirty="0">
              <a:highlight>
                <a:srgbClr val="FFFF00"/>
              </a:highlight>
            </a:endParaRPr>
          </a:p>
        </p:txBody>
      </p:sp>
      <p:sp>
        <p:nvSpPr>
          <p:cNvPr id="124" name="Google Shape;124;p20"/>
          <p:cNvSpPr txBox="1"/>
          <p:nvPr/>
        </p:nvSpPr>
        <p:spPr>
          <a:xfrm>
            <a:off x="901700" y="1106487"/>
            <a:ext cx="8242300" cy="915987"/>
          </a:xfrm>
          <a:prstGeom prst="rect">
            <a:avLst/>
          </a:prstGeom>
          <a:noFill/>
          <a:ln>
            <a:noFill/>
          </a:ln>
        </p:spPr>
        <p:txBody>
          <a:bodyPr spcFirstLastPara="1" wrap="square" lIns="91425" tIns="45700" rIns="91425" bIns="45700" anchor="ctr" anchorCtr="0">
            <a:spAutoFit/>
          </a:bodyPr>
          <a:lstStyle/>
          <a:p>
            <a:pPr marL="0" marR="0" lvl="0" indent="0" algn="l" rtl="0">
              <a:lnSpc>
                <a:spcPct val="100000"/>
              </a:lnSpc>
              <a:spcBef>
                <a:spcPts val="0"/>
              </a:spcBef>
              <a:spcAft>
                <a:spcPts val="0"/>
              </a:spcAft>
              <a:buClr>
                <a:schemeClr val="dk1"/>
              </a:buClr>
              <a:buSzPts val="1800"/>
              <a:buFont typeface="Helvetica Neue"/>
              <a:buNone/>
            </a:pPr>
            <a:r>
              <a:rPr lang="en-US" sz="1800" b="0" i="0" u="none" dirty="0">
                <a:solidFill>
                  <a:schemeClr val="dk1"/>
                </a:solidFill>
                <a:highlight>
                  <a:srgbClr val="FFFF00"/>
                </a:highlight>
                <a:latin typeface="Helvetica Neue"/>
                <a:ea typeface="Helvetica Neue"/>
                <a:cs typeface="Helvetica Neue"/>
                <a:sym typeface="Helvetica Neue"/>
              </a:rPr>
              <a:t>A  </a:t>
            </a:r>
            <a:r>
              <a:rPr lang="en-US" sz="1800" b="1" i="0" u="none" dirty="0">
                <a:solidFill>
                  <a:schemeClr val="dk2"/>
                </a:solidFill>
                <a:highlight>
                  <a:srgbClr val="FFFF00"/>
                </a:highlight>
                <a:latin typeface="Helvetica Neue"/>
                <a:ea typeface="Helvetica Neue"/>
                <a:cs typeface="Helvetica Neue"/>
                <a:sym typeface="Helvetica Neue"/>
              </a:rPr>
              <a:t>transaction</a:t>
            </a:r>
            <a:r>
              <a:rPr lang="en-US" sz="1800" b="0" i="0" u="none" dirty="0">
                <a:solidFill>
                  <a:schemeClr val="dk1"/>
                </a:solidFill>
                <a:highlight>
                  <a:srgbClr val="FFFF00"/>
                </a:highlight>
                <a:latin typeface="Helvetica Neue"/>
                <a:ea typeface="Helvetica Neue"/>
                <a:cs typeface="Helvetica Neue"/>
                <a:sym typeface="Helvetica Neue"/>
              </a:rPr>
              <a:t>  is a unit of program execution that accesses and possibly updates various data </a:t>
            </a:r>
            <a:r>
              <a:rPr lang="en-US" sz="1800" b="0" i="0" u="none" dirty="0" err="1">
                <a:solidFill>
                  <a:schemeClr val="dk1"/>
                </a:solidFill>
                <a:highlight>
                  <a:srgbClr val="FFFF00"/>
                </a:highlight>
                <a:latin typeface="Helvetica Neue"/>
                <a:ea typeface="Helvetica Neue"/>
                <a:cs typeface="Helvetica Neue"/>
                <a:sym typeface="Helvetica Neue"/>
              </a:rPr>
              <a:t>items.To</a:t>
            </a:r>
            <a:r>
              <a:rPr lang="en-US" sz="1800" b="0" i="0" u="none" dirty="0">
                <a:solidFill>
                  <a:schemeClr val="dk1"/>
                </a:solidFill>
                <a:highlight>
                  <a:srgbClr val="FFFF00"/>
                </a:highlight>
                <a:latin typeface="Helvetica Neue"/>
                <a:ea typeface="Helvetica Neue"/>
                <a:cs typeface="Helvetica Neue"/>
                <a:sym typeface="Helvetica Neue"/>
              </a:rPr>
              <a:t> preserve the integrity of data the database system must ensure:</a:t>
            </a:r>
            <a:endParaRPr dirty="0">
              <a:highlight>
                <a:srgbClr val="FFFF00"/>
              </a:highligh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21"/>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Transaction State</a:t>
            </a:r>
            <a:endParaRPr/>
          </a:p>
        </p:txBody>
      </p:sp>
      <p:sp>
        <p:nvSpPr>
          <p:cNvPr id="131" name="Google Shape;131;p21"/>
          <p:cNvSpPr txBox="1">
            <a:spLocks noGrp="1"/>
          </p:cNvSpPr>
          <p:nvPr>
            <p:ph type="body" idx="1"/>
          </p:nvPr>
        </p:nvSpPr>
        <p:spPr>
          <a:xfrm>
            <a:off x="914400" y="1106487"/>
            <a:ext cx="7493000" cy="5072062"/>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620"/>
              <a:buFont typeface="Arial"/>
              <a:buChar char="●"/>
            </a:pPr>
            <a:r>
              <a:rPr lang="en-US" sz="1800" b="1" i="0" u="none" dirty="0">
                <a:solidFill>
                  <a:schemeClr val="dk2"/>
                </a:solidFill>
                <a:highlight>
                  <a:srgbClr val="FFFF00"/>
                </a:highlight>
                <a:latin typeface="Helvetica Neue"/>
                <a:ea typeface="Helvetica Neue"/>
                <a:cs typeface="Helvetica Neue"/>
                <a:sym typeface="Helvetica Neue"/>
              </a:rPr>
              <a:t>Active </a:t>
            </a:r>
            <a:r>
              <a:rPr lang="en-US" sz="1800" b="0" i="0" u="none" dirty="0">
                <a:solidFill>
                  <a:schemeClr val="dk1"/>
                </a:solidFill>
                <a:highlight>
                  <a:srgbClr val="FFFF00"/>
                </a:highlight>
                <a:latin typeface="Helvetica Neue"/>
                <a:ea typeface="Helvetica Neue"/>
                <a:cs typeface="Helvetica Neue"/>
                <a:sym typeface="Helvetica Neue"/>
              </a:rPr>
              <a:t>–</a:t>
            </a:r>
            <a:r>
              <a:rPr lang="en-US" sz="1800" b="1" i="0" u="none" dirty="0">
                <a:solidFill>
                  <a:schemeClr val="dk2"/>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the initial state; the transaction stays in this state while it is executing</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1" i="0" u="none" dirty="0">
                <a:solidFill>
                  <a:schemeClr val="dk2"/>
                </a:solidFill>
                <a:highlight>
                  <a:srgbClr val="FFFF00"/>
                </a:highlight>
                <a:latin typeface="Helvetica Neue"/>
                <a:ea typeface="Helvetica Neue"/>
                <a:cs typeface="Helvetica Neue"/>
                <a:sym typeface="Helvetica Neue"/>
              </a:rPr>
              <a:t>Partially committed </a:t>
            </a:r>
            <a:r>
              <a:rPr lang="en-US" sz="1800" b="0" i="0" u="none" dirty="0">
                <a:solidFill>
                  <a:schemeClr val="dk1"/>
                </a:solidFill>
                <a:highlight>
                  <a:srgbClr val="FFFF00"/>
                </a:highlight>
                <a:latin typeface="Helvetica Neue"/>
                <a:ea typeface="Helvetica Neue"/>
                <a:cs typeface="Helvetica Neue"/>
                <a:sym typeface="Helvetica Neue"/>
              </a:rPr>
              <a:t>–</a:t>
            </a:r>
            <a:r>
              <a:rPr lang="en-US" sz="1800" b="1" i="0" u="none" dirty="0">
                <a:solidFill>
                  <a:schemeClr val="dk2"/>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after the final statement has been executed.</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1" i="0" u="none" dirty="0">
                <a:solidFill>
                  <a:schemeClr val="dk2"/>
                </a:solidFill>
                <a:highlight>
                  <a:srgbClr val="FFFF00"/>
                </a:highlight>
                <a:latin typeface="Helvetica Neue"/>
                <a:ea typeface="Helvetica Neue"/>
                <a:cs typeface="Helvetica Neue"/>
                <a:sym typeface="Helvetica Neue"/>
              </a:rPr>
              <a:t>Failed </a:t>
            </a:r>
            <a:r>
              <a:rPr lang="en-US" sz="1600" b="1" i="0" u="none" dirty="0">
                <a:solidFill>
                  <a:schemeClr val="dk1"/>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after the discovery that normal execution can no longer proceed.</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1" i="0" u="none" dirty="0">
                <a:solidFill>
                  <a:schemeClr val="dk2"/>
                </a:solidFill>
                <a:highlight>
                  <a:srgbClr val="FFFF00"/>
                </a:highlight>
                <a:latin typeface="Helvetica Neue"/>
                <a:ea typeface="Helvetica Neue"/>
                <a:cs typeface="Helvetica Neue"/>
                <a:sym typeface="Helvetica Neue"/>
              </a:rPr>
              <a:t>Aborted </a:t>
            </a:r>
            <a:r>
              <a:rPr lang="en-US" sz="1800" b="0" i="0" u="none" dirty="0">
                <a:solidFill>
                  <a:schemeClr val="dk1"/>
                </a:solidFill>
                <a:highlight>
                  <a:srgbClr val="FFFF00"/>
                </a:highlight>
                <a:latin typeface="Helvetica Neue"/>
                <a:ea typeface="Helvetica Neue"/>
                <a:cs typeface="Helvetica Neue"/>
                <a:sym typeface="Helvetica Neue"/>
              </a:rPr>
              <a:t>– after the transaction has been rolled back and the database restored to its state prior to the start of the transaction.  Two options after it has been aborted:</a:t>
            </a:r>
            <a:endParaRPr dirty="0">
              <a:highlight>
                <a:srgbClr val="FFFF00"/>
              </a:highlight>
            </a:endParaRPr>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restart the transaction</a:t>
            </a:r>
            <a:endParaRPr dirty="0">
              <a:highlight>
                <a:srgbClr val="FFFF00"/>
              </a:highlight>
            </a:endParaRPr>
          </a:p>
          <a:p>
            <a:pPr marL="1085850" lvl="2" indent="-228600" algn="l" rtl="0">
              <a:lnSpc>
                <a:spcPct val="100000"/>
              </a:lnSpc>
              <a:spcBef>
                <a:spcPts val="630"/>
              </a:spcBef>
              <a:spcAft>
                <a:spcPts val="0"/>
              </a:spcAft>
              <a:buClr>
                <a:srgbClr val="33CC33"/>
              </a:buClr>
              <a:buSzPts val="1350"/>
              <a:buFont typeface="Arimo"/>
              <a:buChar char="4"/>
            </a:pPr>
            <a:r>
              <a:rPr lang="en-US" sz="1800" b="0" i="0" u="none" dirty="0">
                <a:solidFill>
                  <a:schemeClr val="dk1"/>
                </a:solidFill>
                <a:highlight>
                  <a:srgbClr val="FFFF00"/>
                </a:highlight>
                <a:latin typeface="Helvetica Neue"/>
                <a:ea typeface="Helvetica Neue"/>
                <a:cs typeface="Helvetica Neue"/>
                <a:sym typeface="Helvetica Neue"/>
              </a:rPr>
              <a:t> can be done only if no internal logical error</a:t>
            </a:r>
            <a:endParaRPr dirty="0">
              <a:highlight>
                <a:srgbClr val="FFFF00"/>
              </a:highlight>
            </a:endParaRPr>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kill the transaction</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1" i="0" u="none" dirty="0">
                <a:solidFill>
                  <a:schemeClr val="dk2"/>
                </a:solidFill>
                <a:highlight>
                  <a:srgbClr val="FFFF00"/>
                </a:highlight>
                <a:latin typeface="Helvetica Neue"/>
                <a:ea typeface="Helvetica Neue"/>
                <a:cs typeface="Helvetica Neue"/>
                <a:sym typeface="Helvetica Neue"/>
              </a:rPr>
              <a:t>Committed </a:t>
            </a:r>
            <a:r>
              <a:rPr lang="en-US" sz="1800" b="0" i="0" u="none" dirty="0">
                <a:solidFill>
                  <a:schemeClr val="dk1"/>
                </a:solidFill>
                <a:highlight>
                  <a:srgbClr val="FFFF00"/>
                </a:highlight>
                <a:latin typeface="Helvetica Neue"/>
                <a:ea typeface="Helvetica Neue"/>
                <a:cs typeface="Helvetica Neue"/>
                <a:sym typeface="Helvetica Neue"/>
              </a:rPr>
              <a:t>– after successful completion.</a:t>
            </a:r>
            <a:endParaRPr dirty="0">
              <a:highlight>
                <a:srgbClr val="FFFF00"/>
              </a:highligh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22"/>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Transaction State (Cont.)</a:t>
            </a:r>
            <a:endParaRPr/>
          </a:p>
        </p:txBody>
      </p:sp>
      <p:pic>
        <p:nvPicPr>
          <p:cNvPr id="138" name="Google Shape;138;p22"/>
          <p:cNvPicPr preferRelativeResize="0"/>
          <p:nvPr/>
        </p:nvPicPr>
        <p:blipFill rotWithShape="1">
          <a:blip r:embed="rId3">
            <a:alphaModFix/>
          </a:blip>
          <a:srcRect l="9916" t="550" r="10123" b="549"/>
          <a:stretch/>
        </p:blipFill>
        <p:spPr>
          <a:xfrm>
            <a:off x="1863725" y="1106487"/>
            <a:ext cx="5529262" cy="5129212"/>
          </a:xfrm>
          <a:prstGeom prst="rect">
            <a:avLst/>
          </a:prstGeom>
          <a:noFill/>
          <a:ln w="38100" cap="flat" cmpd="dbl">
            <a:solidFill>
              <a:schemeClr val="dk2"/>
            </a:solidFill>
            <a:prstDash val="solid"/>
            <a:miter lim="800000"/>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23"/>
          <p:cNvSpPr txBox="1">
            <a:spLocks noGrp="1"/>
          </p:cNvSpPr>
          <p:nvPr>
            <p:ph type="title"/>
          </p:nvPr>
        </p:nvSpPr>
        <p:spPr>
          <a:xfrm>
            <a:off x="801687" y="495300"/>
            <a:ext cx="7664450" cy="4572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Implementation of Atomicity and Durability</a:t>
            </a:r>
            <a:endParaRPr/>
          </a:p>
        </p:txBody>
      </p:sp>
      <p:sp>
        <p:nvSpPr>
          <p:cNvPr id="145" name="Google Shape;145;p23"/>
          <p:cNvSpPr txBox="1">
            <a:spLocks noGrp="1"/>
          </p:cNvSpPr>
          <p:nvPr>
            <p:ph type="body" idx="1"/>
          </p:nvPr>
        </p:nvSpPr>
        <p:spPr>
          <a:xfrm>
            <a:off x="841375" y="917575"/>
            <a:ext cx="7753350" cy="3214687"/>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62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The </a:t>
            </a:r>
            <a:r>
              <a:rPr lang="en-US" sz="1800" b="1" i="0" u="none" dirty="0">
                <a:solidFill>
                  <a:schemeClr val="dk2"/>
                </a:solidFill>
                <a:highlight>
                  <a:srgbClr val="FFFF00"/>
                </a:highlight>
                <a:latin typeface="Helvetica Neue"/>
                <a:ea typeface="Helvetica Neue"/>
                <a:cs typeface="Helvetica Neue"/>
                <a:sym typeface="Helvetica Neue"/>
              </a:rPr>
              <a:t>recovery-management </a:t>
            </a:r>
            <a:r>
              <a:rPr lang="en-US" sz="1800" b="0" i="0" u="none" dirty="0">
                <a:solidFill>
                  <a:schemeClr val="dk1"/>
                </a:solidFill>
                <a:highlight>
                  <a:srgbClr val="FFFF00"/>
                </a:highlight>
                <a:latin typeface="Helvetica Neue"/>
                <a:ea typeface="Helvetica Neue"/>
                <a:cs typeface="Helvetica Neue"/>
                <a:sym typeface="Helvetica Neue"/>
              </a:rPr>
              <a:t>component </a:t>
            </a:r>
            <a:r>
              <a:rPr lang="en-US" sz="1800" b="0" i="0" u="none" dirty="0">
                <a:solidFill>
                  <a:schemeClr val="dk1"/>
                </a:solidFill>
                <a:latin typeface="Helvetica Neue"/>
                <a:ea typeface="Helvetica Neue"/>
                <a:cs typeface="Helvetica Neue"/>
                <a:sym typeface="Helvetica Neue"/>
              </a:rPr>
              <a:t>of a database system implements the support for atomicity and durability.</a:t>
            </a:r>
            <a:endParaRPr dirty="0"/>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latin typeface="Helvetica Neue"/>
                <a:ea typeface="Helvetica Neue"/>
                <a:cs typeface="Helvetica Neue"/>
                <a:sym typeface="Helvetica Neue"/>
              </a:rPr>
              <a:t>E.g. </a:t>
            </a:r>
            <a:r>
              <a:rPr lang="en-US" sz="1800" b="0" i="0" u="none" dirty="0">
                <a:solidFill>
                  <a:schemeClr val="dk1"/>
                </a:solidFill>
                <a:highlight>
                  <a:srgbClr val="FFFF00"/>
                </a:highlight>
                <a:latin typeface="Helvetica Neue"/>
                <a:ea typeface="Helvetica Neue"/>
                <a:cs typeface="Helvetica Neue"/>
                <a:sym typeface="Helvetica Neue"/>
              </a:rPr>
              <a:t>the </a:t>
            </a:r>
            <a:r>
              <a:rPr lang="en-US" sz="1800" b="1" i="1" u="none" dirty="0">
                <a:solidFill>
                  <a:schemeClr val="dk2"/>
                </a:solidFill>
                <a:highlight>
                  <a:srgbClr val="FFFF00"/>
                </a:highlight>
                <a:latin typeface="Helvetica Neue"/>
                <a:ea typeface="Helvetica Neue"/>
                <a:cs typeface="Helvetica Neue"/>
                <a:sym typeface="Helvetica Neue"/>
              </a:rPr>
              <a:t>shadow-database</a:t>
            </a:r>
            <a:r>
              <a:rPr lang="en-US" sz="1800" b="0" i="0" u="none" dirty="0">
                <a:solidFill>
                  <a:schemeClr val="dk1"/>
                </a:solidFill>
                <a:highlight>
                  <a:srgbClr val="FFFF00"/>
                </a:highlight>
                <a:latin typeface="Helvetica Neue"/>
                <a:ea typeface="Helvetica Neue"/>
                <a:cs typeface="Helvetica Neue"/>
                <a:sym typeface="Helvetica Neue"/>
              </a:rPr>
              <a:t> scheme:</a:t>
            </a:r>
            <a:endParaRPr dirty="0">
              <a:highlight>
                <a:srgbClr val="FFFF00"/>
              </a:highlight>
            </a:endParaRPr>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latin typeface="Helvetica Neue"/>
                <a:ea typeface="Helvetica Neue"/>
                <a:cs typeface="Helvetica Neue"/>
                <a:sym typeface="Helvetica Neue"/>
              </a:rPr>
              <a:t>all updates are made on a </a:t>
            </a:r>
            <a:r>
              <a:rPr lang="en-US" sz="1800" b="0" i="1" u="none" dirty="0">
                <a:solidFill>
                  <a:schemeClr val="dk1"/>
                </a:solidFill>
                <a:latin typeface="Helvetica Neue"/>
                <a:ea typeface="Helvetica Neue"/>
                <a:cs typeface="Helvetica Neue"/>
                <a:sym typeface="Helvetica Neue"/>
              </a:rPr>
              <a:t>shadow copy</a:t>
            </a:r>
            <a:r>
              <a:rPr lang="en-US" sz="1800" b="0" i="0" u="none" dirty="0">
                <a:solidFill>
                  <a:schemeClr val="dk1"/>
                </a:solidFill>
                <a:latin typeface="Helvetica Neue"/>
                <a:ea typeface="Helvetica Neue"/>
                <a:cs typeface="Helvetica Neue"/>
                <a:sym typeface="Helvetica Neue"/>
              </a:rPr>
              <a:t> of the database</a:t>
            </a:r>
            <a:endParaRPr dirty="0"/>
          </a:p>
          <a:p>
            <a:pPr marL="1085850" lvl="2" indent="-228600" algn="l" rtl="0">
              <a:lnSpc>
                <a:spcPct val="100000"/>
              </a:lnSpc>
              <a:spcBef>
                <a:spcPts val="630"/>
              </a:spcBef>
              <a:spcAft>
                <a:spcPts val="0"/>
              </a:spcAft>
              <a:buClr>
                <a:srgbClr val="33CC33"/>
              </a:buClr>
              <a:buSzPts val="1350"/>
              <a:buFont typeface="Arimo"/>
              <a:buChar char="4"/>
            </a:pPr>
            <a:r>
              <a:rPr lang="en-US" sz="1800" b="0" i="0" u="none" dirty="0">
                <a:solidFill>
                  <a:schemeClr val="dk1"/>
                </a:solidFill>
                <a:latin typeface="Helvetica Neue"/>
                <a:ea typeface="Helvetica Neue"/>
                <a:cs typeface="Helvetica Neue"/>
                <a:sym typeface="Helvetica Neue"/>
              </a:rPr>
              <a:t> </a:t>
            </a:r>
            <a:r>
              <a:rPr lang="en-US" sz="1800" b="1" i="0" u="none" dirty="0" err="1">
                <a:solidFill>
                  <a:schemeClr val="dk1"/>
                </a:solidFill>
                <a:highlight>
                  <a:srgbClr val="FFFF00"/>
                </a:highlight>
                <a:latin typeface="Helvetica Neue"/>
                <a:ea typeface="Helvetica Neue"/>
                <a:cs typeface="Helvetica Neue"/>
                <a:sym typeface="Helvetica Neue"/>
              </a:rPr>
              <a:t>db_pointer</a:t>
            </a:r>
            <a:r>
              <a:rPr lang="en-US" sz="1800" b="0" i="0" u="none" dirty="0">
                <a:solidFill>
                  <a:schemeClr val="dk1"/>
                </a:solidFill>
                <a:highlight>
                  <a:srgbClr val="FFFF00"/>
                </a:highlight>
                <a:latin typeface="Helvetica Neue"/>
                <a:ea typeface="Helvetica Neue"/>
                <a:cs typeface="Helvetica Neue"/>
                <a:sym typeface="Helvetica Neue"/>
              </a:rPr>
              <a:t> is made to point to the updated shadow copy  after</a:t>
            </a:r>
            <a:endParaRPr dirty="0">
              <a:highlight>
                <a:srgbClr val="FFFF00"/>
              </a:highlight>
            </a:endParaRPr>
          </a:p>
          <a:p>
            <a:pPr marL="1428750" lvl="3" indent="-228600" algn="l" rtl="0">
              <a:lnSpc>
                <a:spcPct val="100000"/>
              </a:lnSpc>
              <a:spcBef>
                <a:spcPts val="630"/>
              </a:spcBef>
              <a:spcAft>
                <a:spcPts val="0"/>
              </a:spcAft>
              <a:buClr>
                <a:schemeClr val="hlink"/>
              </a:buClr>
              <a:buSzPts val="1800"/>
              <a:buFont typeface="Helvetica Neue"/>
              <a:buChar char="–"/>
            </a:pPr>
            <a:r>
              <a:rPr lang="en-US" sz="1800" b="0" i="0" u="none" dirty="0">
                <a:solidFill>
                  <a:schemeClr val="dk1"/>
                </a:solidFill>
                <a:latin typeface="Helvetica Neue"/>
                <a:ea typeface="Helvetica Neue"/>
                <a:cs typeface="Helvetica Neue"/>
                <a:sym typeface="Helvetica Neue"/>
              </a:rPr>
              <a:t> the transaction reaches partial commit and </a:t>
            </a:r>
            <a:endParaRPr dirty="0"/>
          </a:p>
          <a:p>
            <a:pPr marL="1428750" lvl="3" indent="-228600" algn="l" rtl="0">
              <a:lnSpc>
                <a:spcPct val="100000"/>
              </a:lnSpc>
              <a:spcBef>
                <a:spcPts val="630"/>
              </a:spcBef>
              <a:spcAft>
                <a:spcPts val="0"/>
              </a:spcAft>
              <a:buClr>
                <a:schemeClr val="hlink"/>
              </a:buClr>
              <a:buSzPts val="1800"/>
              <a:buFont typeface="Helvetica Neue"/>
              <a:buChar char="–"/>
            </a:pPr>
            <a:r>
              <a:rPr lang="en-US" sz="1800" b="0" i="0" u="none" dirty="0">
                <a:solidFill>
                  <a:schemeClr val="dk1"/>
                </a:solidFill>
                <a:latin typeface="Helvetica Neue"/>
                <a:ea typeface="Helvetica Neue"/>
                <a:cs typeface="Helvetica Neue"/>
                <a:sym typeface="Helvetica Neue"/>
              </a:rPr>
              <a:t>all updated pages have been flushed to disk.</a:t>
            </a:r>
            <a:endParaRPr dirty="0"/>
          </a:p>
          <a:p>
            <a:pPr marL="342900" lvl="0" indent="-240030" algn="l" rtl="0">
              <a:spcBef>
                <a:spcPts val="630"/>
              </a:spcBef>
              <a:spcAft>
                <a:spcPts val="0"/>
              </a:spcAft>
              <a:buSzPts val="1620"/>
              <a:buNone/>
            </a:pPr>
            <a:endParaRPr sz="1800" b="0" i="0" u="none" dirty="0">
              <a:solidFill>
                <a:schemeClr val="dk1"/>
              </a:solidFill>
              <a:latin typeface="Helvetica Neue"/>
              <a:ea typeface="Helvetica Neue"/>
              <a:cs typeface="Helvetica Neue"/>
              <a:sym typeface="Helvetica Neue"/>
            </a:endParaRPr>
          </a:p>
        </p:txBody>
      </p:sp>
      <p:pic>
        <p:nvPicPr>
          <p:cNvPr id="146" name="Google Shape;146;p23"/>
          <p:cNvPicPr preferRelativeResize="0"/>
          <p:nvPr/>
        </p:nvPicPr>
        <p:blipFill rotWithShape="1">
          <a:blip r:embed="rId3">
            <a:alphaModFix/>
          </a:blip>
          <a:srcRect l="398" t="18301" r="595" b="18566"/>
          <a:stretch/>
        </p:blipFill>
        <p:spPr>
          <a:xfrm>
            <a:off x="1458912" y="3654425"/>
            <a:ext cx="6180137" cy="2955925"/>
          </a:xfrm>
          <a:prstGeom prst="rect">
            <a:avLst/>
          </a:prstGeom>
          <a:noFill/>
          <a:ln w="38100" cap="flat" cmpd="dbl">
            <a:solidFill>
              <a:schemeClr val="dk2"/>
            </a:solidFill>
            <a:prstDash val="solid"/>
            <a:miter lim="800000"/>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24"/>
          <p:cNvSpPr txBox="1">
            <a:spLocks noGrp="1"/>
          </p:cNvSpPr>
          <p:nvPr>
            <p:ph type="title"/>
          </p:nvPr>
        </p:nvSpPr>
        <p:spPr>
          <a:xfrm>
            <a:off x="1066800" y="315912"/>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2800"/>
              <a:buFont typeface="Helvetica Neue"/>
              <a:buNone/>
            </a:pPr>
            <a:r>
              <a:rPr lang="en-US" sz="2800" b="1" i="0" u="none">
                <a:solidFill>
                  <a:schemeClr val="dk2"/>
                </a:solidFill>
                <a:latin typeface="Helvetica Neue"/>
                <a:ea typeface="Helvetica Neue"/>
                <a:cs typeface="Helvetica Neue"/>
                <a:sym typeface="Helvetica Neue"/>
              </a:rPr>
              <a:t>Implementation of Atomicity and Durability (Cont.)</a:t>
            </a:r>
            <a:endParaRPr/>
          </a:p>
        </p:txBody>
      </p:sp>
      <p:sp>
        <p:nvSpPr>
          <p:cNvPr id="153" name="Google Shape;153;p24"/>
          <p:cNvSpPr txBox="1">
            <a:spLocks noGrp="1"/>
          </p:cNvSpPr>
          <p:nvPr>
            <p:ph type="body" idx="1"/>
          </p:nvPr>
        </p:nvSpPr>
        <p:spPr>
          <a:xfrm>
            <a:off x="639762" y="1338262"/>
            <a:ext cx="8504237" cy="4643437"/>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620"/>
              <a:buFont typeface="Arial"/>
              <a:buChar char="●"/>
            </a:pPr>
            <a:r>
              <a:rPr lang="en-US" sz="1800" b="0" i="0" u="none" dirty="0" err="1">
                <a:solidFill>
                  <a:schemeClr val="dk1"/>
                </a:solidFill>
                <a:latin typeface="Helvetica Neue"/>
                <a:ea typeface="Helvetica Neue"/>
                <a:cs typeface="Helvetica Neue"/>
                <a:sym typeface="Helvetica Neue"/>
              </a:rPr>
              <a:t>db_pointer</a:t>
            </a:r>
            <a:r>
              <a:rPr lang="en-US" sz="1800" b="0" i="0" u="none" dirty="0">
                <a:solidFill>
                  <a:schemeClr val="dk1"/>
                </a:solidFill>
                <a:latin typeface="Helvetica Neue"/>
                <a:ea typeface="Helvetica Neue"/>
                <a:cs typeface="Helvetica Neue"/>
                <a:sym typeface="Helvetica Neue"/>
              </a:rPr>
              <a:t> always points to the current consistent copy of the database.</a:t>
            </a:r>
            <a:endParaRPr dirty="0"/>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latin typeface="Helvetica Neue"/>
                <a:ea typeface="Helvetica Neue"/>
                <a:cs typeface="Helvetica Neue"/>
                <a:sym typeface="Helvetica Neue"/>
              </a:rPr>
              <a:t>In case transaction fails, old consistent copy pointed to by </a:t>
            </a:r>
            <a:r>
              <a:rPr lang="en-US" sz="1800" b="1" i="0" u="none" dirty="0" err="1">
                <a:solidFill>
                  <a:schemeClr val="dk1"/>
                </a:solidFill>
                <a:latin typeface="Helvetica Neue"/>
                <a:ea typeface="Helvetica Neue"/>
                <a:cs typeface="Helvetica Neue"/>
                <a:sym typeface="Helvetica Neue"/>
              </a:rPr>
              <a:t>db_pointer</a:t>
            </a:r>
            <a:r>
              <a:rPr lang="en-US" sz="1800" b="0" i="0" u="none" dirty="0">
                <a:solidFill>
                  <a:schemeClr val="dk1"/>
                </a:solidFill>
                <a:latin typeface="Helvetica Neue"/>
                <a:ea typeface="Helvetica Neue"/>
                <a:cs typeface="Helvetica Neue"/>
                <a:sym typeface="Helvetica Neue"/>
              </a:rPr>
              <a:t> can be used, and the shadow copy can be deleted. </a:t>
            </a:r>
            <a:endParaRPr dirty="0"/>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The shadow-database scheme:</a:t>
            </a:r>
            <a:endParaRPr dirty="0">
              <a:highlight>
                <a:srgbClr val="FFFF00"/>
              </a:highlight>
            </a:endParaRPr>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Assumes that only one transaction is active at a time.</a:t>
            </a:r>
            <a:endParaRPr dirty="0">
              <a:highlight>
                <a:srgbClr val="FFFF00"/>
              </a:highlight>
            </a:endParaRPr>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Assumes disks do not fail</a:t>
            </a:r>
            <a:endParaRPr dirty="0">
              <a:highlight>
                <a:srgbClr val="FFFF00"/>
              </a:highlight>
            </a:endParaRPr>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Useful for text editors, but </a:t>
            </a:r>
            <a:endParaRPr dirty="0">
              <a:highlight>
                <a:srgbClr val="FFFF00"/>
              </a:highlight>
            </a:endParaRPr>
          </a:p>
          <a:p>
            <a:pPr marL="1085850" lvl="2" indent="-228600" algn="l" rtl="0">
              <a:lnSpc>
                <a:spcPct val="100000"/>
              </a:lnSpc>
              <a:spcBef>
                <a:spcPts val="630"/>
              </a:spcBef>
              <a:spcAft>
                <a:spcPts val="0"/>
              </a:spcAft>
              <a:buClr>
                <a:srgbClr val="33CC33"/>
              </a:buClr>
              <a:buSzPts val="1350"/>
              <a:buFont typeface="Arimo"/>
              <a:buChar char="4"/>
            </a:pPr>
            <a:r>
              <a:rPr lang="en-US" sz="1800" b="0" i="0" u="none" dirty="0">
                <a:solidFill>
                  <a:schemeClr val="dk1"/>
                </a:solidFill>
                <a:highlight>
                  <a:srgbClr val="FFFF00"/>
                </a:highlight>
                <a:latin typeface="Helvetica Neue"/>
                <a:ea typeface="Helvetica Neue"/>
                <a:cs typeface="Helvetica Neue"/>
                <a:sym typeface="Helvetica Neue"/>
              </a:rPr>
              <a:t>extremely inefficient for large databases (why?)</a:t>
            </a:r>
            <a:endParaRPr dirty="0">
              <a:highlight>
                <a:srgbClr val="FFFF00"/>
              </a:highlight>
            </a:endParaRPr>
          </a:p>
          <a:p>
            <a:pPr marL="1428750" lvl="3" indent="-228600" algn="l" rtl="0">
              <a:lnSpc>
                <a:spcPct val="100000"/>
              </a:lnSpc>
              <a:spcBef>
                <a:spcPts val="630"/>
              </a:spcBef>
              <a:spcAft>
                <a:spcPts val="0"/>
              </a:spcAft>
              <a:buClr>
                <a:schemeClr val="hlink"/>
              </a:buClr>
              <a:buSzPts val="1800"/>
              <a:buFont typeface="Helvetica Neue"/>
              <a:buChar char="–"/>
            </a:pPr>
            <a:r>
              <a:rPr lang="en-US" sz="1800" b="0" i="0" u="none" dirty="0">
                <a:solidFill>
                  <a:schemeClr val="dk1"/>
                </a:solidFill>
                <a:highlight>
                  <a:srgbClr val="FFFF00"/>
                </a:highlight>
                <a:latin typeface="Helvetica Neue"/>
                <a:ea typeface="Helvetica Neue"/>
                <a:cs typeface="Helvetica Neue"/>
                <a:sym typeface="Helvetica Neue"/>
              </a:rPr>
              <a:t>Variant called shadow paging reduces performance efficiency(takes more time) by  copying of data, but is still not practical for large databases</a:t>
            </a:r>
            <a:endParaRPr dirty="0">
              <a:highlight>
                <a:srgbClr val="FFFF00"/>
              </a:highlight>
            </a:endParaRPr>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Does not handle concurrent transactions</a:t>
            </a:r>
            <a:endParaRPr dirty="0">
              <a:highlight>
                <a:srgbClr val="FFFF00"/>
              </a:highligh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25"/>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Concurrent Executions</a:t>
            </a:r>
            <a:endParaRPr/>
          </a:p>
        </p:txBody>
      </p:sp>
      <p:sp>
        <p:nvSpPr>
          <p:cNvPr id="160" name="Google Shape;160;p25"/>
          <p:cNvSpPr txBox="1">
            <a:spLocks noGrp="1"/>
          </p:cNvSpPr>
          <p:nvPr>
            <p:ph type="body" idx="1"/>
          </p:nvPr>
        </p:nvSpPr>
        <p:spPr>
          <a:xfrm>
            <a:off x="914400" y="1106487"/>
            <a:ext cx="7439025" cy="5099050"/>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620"/>
              <a:buFont typeface="Arial"/>
              <a:buChar char="●"/>
            </a:pPr>
            <a:r>
              <a:rPr lang="en-US" sz="1800" b="0" i="0" u="none" dirty="0">
                <a:solidFill>
                  <a:schemeClr val="dk1"/>
                </a:solidFill>
                <a:latin typeface="Helvetica Neue"/>
                <a:ea typeface="Helvetica Neue"/>
                <a:cs typeface="Helvetica Neue"/>
                <a:sym typeface="Helvetica Neue"/>
              </a:rPr>
              <a:t>Multiple transactions are allowed to run concurrently in the system.  Advantages are:</a:t>
            </a:r>
            <a:endParaRPr dirty="0"/>
          </a:p>
          <a:p>
            <a:pPr marL="742950" lvl="1" indent="-285750" algn="l" rtl="0">
              <a:lnSpc>
                <a:spcPct val="100000"/>
              </a:lnSpc>
              <a:spcBef>
                <a:spcPts val="630"/>
              </a:spcBef>
              <a:spcAft>
                <a:spcPts val="0"/>
              </a:spcAft>
              <a:buClr>
                <a:schemeClr val="hlink"/>
              </a:buClr>
              <a:buSzPts val="1440"/>
              <a:buFont typeface="Arial"/>
              <a:buChar char="●"/>
            </a:pPr>
            <a:r>
              <a:rPr lang="en-US" sz="1800" b="1" i="0" u="none" dirty="0">
                <a:solidFill>
                  <a:schemeClr val="dk1"/>
                </a:solidFill>
                <a:highlight>
                  <a:srgbClr val="FFFF00"/>
                </a:highlight>
                <a:latin typeface="Helvetica Neue"/>
                <a:ea typeface="Helvetica Neue"/>
                <a:cs typeface="Helvetica Neue"/>
                <a:sym typeface="Helvetica Neue"/>
              </a:rPr>
              <a:t>increased processor and disk utilization</a:t>
            </a:r>
            <a:r>
              <a:rPr lang="en-US" sz="1800" b="0" i="0" u="none" dirty="0">
                <a:solidFill>
                  <a:schemeClr val="dk1"/>
                </a:solidFill>
                <a:highlight>
                  <a:srgbClr val="FFFF00"/>
                </a:highlight>
                <a:latin typeface="Helvetica Neue"/>
                <a:ea typeface="Helvetica Neue"/>
                <a:cs typeface="Helvetica Neue"/>
                <a:sym typeface="Helvetica Neue"/>
              </a:rPr>
              <a:t>, leading to better transaction </a:t>
            </a:r>
            <a:r>
              <a:rPr lang="en-US" sz="1800" b="0" i="1" u="none" dirty="0">
                <a:solidFill>
                  <a:schemeClr val="dk1"/>
                </a:solidFill>
                <a:highlight>
                  <a:srgbClr val="FFFF00"/>
                </a:highlight>
                <a:latin typeface="Helvetica Neue"/>
                <a:ea typeface="Helvetica Neue"/>
                <a:cs typeface="Helvetica Neue"/>
                <a:sym typeface="Helvetica Neue"/>
              </a:rPr>
              <a:t>throughput</a:t>
            </a:r>
            <a:endParaRPr dirty="0">
              <a:highlight>
                <a:srgbClr val="FFFF00"/>
              </a:highlight>
            </a:endParaRPr>
          </a:p>
          <a:p>
            <a:pPr marL="1085850" lvl="2" indent="-228600" algn="l" rtl="0">
              <a:lnSpc>
                <a:spcPct val="100000"/>
              </a:lnSpc>
              <a:spcBef>
                <a:spcPts val="630"/>
              </a:spcBef>
              <a:spcAft>
                <a:spcPts val="0"/>
              </a:spcAft>
              <a:buClr>
                <a:srgbClr val="33CC33"/>
              </a:buClr>
              <a:buSzPts val="1350"/>
              <a:buFont typeface="Arimo"/>
              <a:buChar char="4"/>
            </a:pPr>
            <a:r>
              <a:rPr lang="en-US" sz="1800" b="0" i="0" u="none" dirty="0">
                <a:solidFill>
                  <a:schemeClr val="dk1"/>
                </a:solidFill>
                <a:latin typeface="Helvetica Neue"/>
                <a:ea typeface="Helvetica Neue"/>
                <a:cs typeface="Helvetica Neue"/>
                <a:sym typeface="Helvetica Neue"/>
              </a:rPr>
              <a:t>E.g. one transaction can be using the CPU while another is reading from or writing to the disk</a:t>
            </a:r>
            <a:endParaRPr dirty="0"/>
          </a:p>
          <a:p>
            <a:pPr marL="742950" lvl="1" indent="-285750" algn="l" rtl="0">
              <a:lnSpc>
                <a:spcPct val="100000"/>
              </a:lnSpc>
              <a:spcBef>
                <a:spcPts val="630"/>
              </a:spcBef>
              <a:spcAft>
                <a:spcPts val="0"/>
              </a:spcAft>
              <a:buClr>
                <a:schemeClr val="hlink"/>
              </a:buClr>
              <a:buSzPts val="1440"/>
              <a:buFont typeface="Arial"/>
              <a:buChar char="●"/>
            </a:pPr>
            <a:r>
              <a:rPr lang="en-US" sz="1800" b="1" i="0" u="none" dirty="0">
                <a:solidFill>
                  <a:schemeClr val="dk1"/>
                </a:solidFill>
                <a:highlight>
                  <a:srgbClr val="FFFF00"/>
                </a:highlight>
                <a:latin typeface="Helvetica Neue"/>
                <a:ea typeface="Helvetica Neue"/>
                <a:cs typeface="Helvetica Neue"/>
                <a:sym typeface="Helvetica Neue"/>
              </a:rPr>
              <a:t>reduced average response time</a:t>
            </a:r>
            <a:r>
              <a:rPr lang="en-US" sz="1800" b="0" i="0" u="none" dirty="0">
                <a:solidFill>
                  <a:schemeClr val="dk1"/>
                </a:solidFill>
                <a:highlight>
                  <a:srgbClr val="FFFF00"/>
                </a:highlight>
                <a:latin typeface="Helvetica Neue"/>
                <a:ea typeface="Helvetica Neue"/>
                <a:cs typeface="Helvetica Neue"/>
                <a:sym typeface="Helvetica Neue"/>
              </a:rPr>
              <a:t> for transactions: short transactions need not wait behind long ones.</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1" i="0" u="none" dirty="0">
                <a:solidFill>
                  <a:schemeClr val="dk2"/>
                </a:solidFill>
                <a:highlight>
                  <a:srgbClr val="FFFF00"/>
                </a:highlight>
                <a:latin typeface="Helvetica Neue"/>
                <a:ea typeface="Helvetica Neue"/>
                <a:cs typeface="Helvetica Neue"/>
                <a:sym typeface="Helvetica Neue"/>
              </a:rPr>
              <a:t>Concurrency control schemes</a:t>
            </a:r>
            <a:r>
              <a:rPr lang="en-US" sz="1800" b="0" i="1" u="none" dirty="0">
                <a:solidFill>
                  <a:schemeClr val="dk1"/>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 mechanisms  to achieve isolation</a:t>
            </a:r>
            <a:endParaRPr dirty="0">
              <a:highlight>
                <a:srgbClr val="FFFF00"/>
              </a:highlight>
            </a:endParaRPr>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 that is, to control the interaction among the concurrent transactions in order to prevent them from destroying the consistency of the database</a:t>
            </a:r>
            <a:endParaRPr dirty="0">
              <a:highlight>
                <a:srgbClr val="FFFF00"/>
              </a:highligh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26"/>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Schedules</a:t>
            </a:r>
            <a:endParaRPr/>
          </a:p>
        </p:txBody>
      </p:sp>
      <p:sp>
        <p:nvSpPr>
          <p:cNvPr id="167" name="Google Shape;167;p26"/>
          <p:cNvSpPr txBox="1">
            <a:spLocks noGrp="1"/>
          </p:cNvSpPr>
          <p:nvPr>
            <p:ph type="body" idx="1"/>
          </p:nvPr>
        </p:nvSpPr>
        <p:spPr>
          <a:xfrm>
            <a:off x="914400" y="1106487"/>
            <a:ext cx="7810500" cy="4981575"/>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620"/>
              <a:buFont typeface="Arial"/>
              <a:buChar char="●"/>
            </a:pPr>
            <a:r>
              <a:rPr lang="en-US" sz="1800" b="1" i="0" u="none" dirty="0">
                <a:solidFill>
                  <a:schemeClr val="dk2"/>
                </a:solidFill>
                <a:highlight>
                  <a:srgbClr val="FFFF00"/>
                </a:highlight>
                <a:latin typeface="Helvetica Neue"/>
                <a:ea typeface="Helvetica Neue"/>
                <a:cs typeface="Helvetica Neue"/>
                <a:sym typeface="Helvetica Neue"/>
              </a:rPr>
              <a:t>Schedule </a:t>
            </a:r>
            <a:r>
              <a:rPr lang="en-US" sz="1800" b="0" i="0" u="none" dirty="0">
                <a:solidFill>
                  <a:schemeClr val="dk1"/>
                </a:solidFill>
                <a:highlight>
                  <a:srgbClr val="FFFF00"/>
                </a:highlight>
                <a:latin typeface="Helvetica Neue"/>
                <a:ea typeface="Helvetica Neue"/>
                <a:cs typeface="Helvetica Neue"/>
                <a:sym typeface="Helvetica Neue"/>
              </a:rPr>
              <a:t>– a sequences of instructions that specify the chronological order in which instructions of concurrent transactions are executed</a:t>
            </a:r>
            <a:endParaRPr dirty="0">
              <a:highlight>
                <a:srgbClr val="FFFF00"/>
              </a:highlight>
            </a:endParaRPr>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a schedule for a set of transactions must consist of all instructions of those transactions</a:t>
            </a:r>
            <a:endParaRPr dirty="0">
              <a:highlight>
                <a:srgbClr val="FFFF00"/>
              </a:highlight>
            </a:endParaRPr>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must preserve the order in </a:t>
            </a:r>
            <a:r>
              <a:rPr lang="en-US" sz="1800" b="0" i="0" u="none" dirty="0">
                <a:solidFill>
                  <a:schemeClr val="dk1"/>
                </a:solidFill>
                <a:latin typeface="Helvetica Neue"/>
                <a:ea typeface="Helvetica Neue"/>
                <a:cs typeface="Helvetica Neue"/>
                <a:sym typeface="Helvetica Neue"/>
              </a:rPr>
              <a:t>which the instructions appear in each individual transaction.</a:t>
            </a:r>
            <a:endParaRPr dirty="0"/>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latin typeface="Helvetica Neue"/>
                <a:ea typeface="Helvetica Neue"/>
                <a:cs typeface="Helvetica Neue"/>
                <a:sym typeface="Helvetica Neue"/>
              </a:rPr>
              <a:t>A transaction that successfully completes its execution will have a commit instructions as the last statement </a:t>
            </a:r>
            <a:endParaRPr dirty="0"/>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by default transaction assumed to execute commit instruction as its last step</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latin typeface="Helvetica Neue"/>
                <a:ea typeface="Helvetica Neue"/>
                <a:cs typeface="Helvetica Neue"/>
                <a:sym typeface="Helvetica Neue"/>
              </a:rPr>
              <a:t>A transaction that fails to successfully complete its execution will have an abort instruction as the last statement </a:t>
            </a:r>
            <a:endParaRP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27"/>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Schedule 1</a:t>
            </a:r>
            <a:endParaRPr/>
          </a:p>
        </p:txBody>
      </p:sp>
      <p:sp>
        <p:nvSpPr>
          <p:cNvPr id="174" name="Google Shape;174;p27"/>
          <p:cNvSpPr txBox="1">
            <a:spLocks noGrp="1"/>
          </p:cNvSpPr>
          <p:nvPr>
            <p:ph type="body" idx="1"/>
          </p:nvPr>
        </p:nvSpPr>
        <p:spPr>
          <a:xfrm>
            <a:off x="914400" y="1106487"/>
            <a:ext cx="7262812" cy="1184275"/>
          </a:xfrm>
          <a:prstGeom prst="rect">
            <a:avLst/>
          </a:prstGeom>
          <a:noFill/>
          <a:ln>
            <a:noFill/>
          </a:ln>
        </p:spPr>
        <p:txBody>
          <a:bodyPr spcFirstLastPara="1" wrap="square" lIns="91425" tIns="45700" rIns="91425" bIns="45700" anchor="t" anchorCtr="0">
            <a:noAutofit/>
          </a:bodyPr>
          <a:lstStyle/>
          <a:p>
            <a:pPr marL="342900" lvl="0" indent="-342900" algn="l" rtl="0">
              <a:lnSpc>
                <a:spcPct val="80000"/>
              </a:lnSpc>
              <a:spcBef>
                <a:spcPts val="0"/>
              </a:spcBef>
              <a:spcAft>
                <a:spcPts val="0"/>
              </a:spcAft>
              <a:buClr>
                <a:schemeClr val="dk2"/>
              </a:buClr>
              <a:buSzPts val="1800"/>
              <a:buFont typeface="Arial"/>
              <a:buChar char="●"/>
            </a:pPr>
            <a:r>
              <a:rPr lang="en-US" sz="2000" b="0" i="0" u="none" dirty="0">
                <a:solidFill>
                  <a:schemeClr val="dk1"/>
                </a:solidFill>
                <a:latin typeface="Helvetica Neue"/>
                <a:ea typeface="Helvetica Neue"/>
                <a:cs typeface="Helvetica Neue"/>
                <a:sym typeface="Helvetica Neue"/>
              </a:rPr>
              <a:t>Let </a:t>
            </a:r>
            <a:r>
              <a:rPr lang="en-US" sz="2000" b="0" i="1" u="none" dirty="0">
                <a:solidFill>
                  <a:schemeClr val="dk1"/>
                </a:solidFill>
                <a:latin typeface="Helvetica Neue"/>
                <a:ea typeface="Helvetica Neue"/>
                <a:cs typeface="Helvetica Neue"/>
                <a:sym typeface="Helvetica Neue"/>
              </a:rPr>
              <a:t>T</a:t>
            </a:r>
            <a:r>
              <a:rPr lang="en-US" sz="2000" b="0" i="0" u="none" baseline="-25000" dirty="0">
                <a:solidFill>
                  <a:schemeClr val="dk1"/>
                </a:solidFill>
                <a:latin typeface="Helvetica Neue"/>
                <a:ea typeface="Helvetica Neue"/>
                <a:cs typeface="Helvetica Neue"/>
                <a:sym typeface="Helvetica Neue"/>
              </a:rPr>
              <a:t>1</a:t>
            </a:r>
            <a:r>
              <a:rPr lang="en-US" sz="2000" b="0" i="0" u="none" dirty="0">
                <a:solidFill>
                  <a:schemeClr val="dk1"/>
                </a:solidFill>
                <a:latin typeface="Helvetica Neue"/>
                <a:ea typeface="Helvetica Neue"/>
                <a:cs typeface="Helvetica Neue"/>
                <a:sym typeface="Helvetica Neue"/>
              </a:rPr>
              <a:t> transfer 50 from </a:t>
            </a:r>
            <a:r>
              <a:rPr lang="en-US" sz="2000" b="0" i="1" u="none" dirty="0">
                <a:solidFill>
                  <a:schemeClr val="dk1"/>
                </a:solidFill>
                <a:latin typeface="Helvetica Neue"/>
                <a:ea typeface="Helvetica Neue"/>
                <a:cs typeface="Helvetica Neue"/>
                <a:sym typeface="Helvetica Neue"/>
              </a:rPr>
              <a:t>A </a:t>
            </a:r>
            <a:r>
              <a:rPr lang="en-US" sz="2000" b="0" i="0" u="none" dirty="0">
                <a:solidFill>
                  <a:schemeClr val="dk1"/>
                </a:solidFill>
                <a:latin typeface="Helvetica Neue"/>
                <a:ea typeface="Helvetica Neue"/>
                <a:cs typeface="Helvetica Neue"/>
                <a:sym typeface="Helvetica Neue"/>
              </a:rPr>
              <a:t>to </a:t>
            </a:r>
            <a:r>
              <a:rPr lang="en-US" sz="2000" b="0" i="1" u="none" dirty="0">
                <a:solidFill>
                  <a:schemeClr val="dk1"/>
                </a:solidFill>
                <a:latin typeface="Helvetica Neue"/>
                <a:ea typeface="Helvetica Neue"/>
                <a:cs typeface="Helvetica Neue"/>
                <a:sym typeface="Helvetica Neue"/>
              </a:rPr>
              <a:t>B</a:t>
            </a:r>
            <a:r>
              <a:rPr lang="en-US" sz="2000" b="0" i="0" u="none" dirty="0">
                <a:solidFill>
                  <a:schemeClr val="dk1"/>
                </a:solidFill>
                <a:latin typeface="Helvetica Neue"/>
                <a:ea typeface="Helvetica Neue"/>
                <a:cs typeface="Helvetica Neue"/>
                <a:sym typeface="Helvetica Neue"/>
              </a:rPr>
              <a:t>, and </a:t>
            </a:r>
            <a:r>
              <a:rPr lang="en-US" sz="2000" b="0" i="1" u="none" dirty="0">
                <a:solidFill>
                  <a:schemeClr val="dk1"/>
                </a:solidFill>
                <a:latin typeface="Helvetica Neue"/>
                <a:ea typeface="Helvetica Neue"/>
                <a:cs typeface="Helvetica Neue"/>
                <a:sym typeface="Helvetica Neue"/>
              </a:rPr>
              <a:t>T</a:t>
            </a:r>
            <a:r>
              <a:rPr lang="en-US" sz="2000" b="0" i="0" u="none" baseline="-25000" dirty="0">
                <a:solidFill>
                  <a:schemeClr val="dk1"/>
                </a:solidFill>
                <a:latin typeface="Helvetica Neue"/>
                <a:ea typeface="Helvetica Neue"/>
                <a:cs typeface="Helvetica Neue"/>
                <a:sym typeface="Helvetica Neue"/>
              </a:rPr>
              <a:t>2</a:t>
            </a:r>
            <a:r>
              <a:rPr lang="en-US" sz="2000" b="0" i="0" u="none" dirty="0">
                <a:solidFill>
                  <a:schemeClr val="dk1"/>
                </a:solidFill>
                <a:latin typeface="Helvetica Neue"/>
                <a:ea typeface="Helvetica Neue"/>
                <a:cs typeface="Helvetica Neue"/>
                <a:sym typeface="Helvetica Neue"/>
              </a:rPr>
              <a:t> transfer 10% of the balance from </a:t>
            </a:r>
            <a:r>
              <a:rPr lang="en-US" sz="2000" b="0" i="1" u="none" dirty="0">
                <a:solidFill>
                  <a:schemeClr val="dk1"/>
                </a:solidFill>
                <a:latin typeface="Helvetica Neue"/>
                <a:ea typeface="Helvetica Neue"/>
                <a:cs typeface="Helvetica Neue"/>
                <a:sym typeface="Helvetica Neue"/>
              </a:rPr>
              <a:t>A </a:t>
            </a:r>
            <a:r>
              <a:rPr lang="en-US" sz="2000" b="0" i="0" u="none" dirty="0">
                <a:solidFill>
                  <a:schemeClr val="dk1"/>
                </a:solidFill>
                <a:latin typeface="Helvetica Neue"/>
                <a:ea typeface="Helvetica Neue"/>
                <a:cs typeface="Helvetica Neue"/>
                <a:sym typeface="Helvetica Neue"/>
              </a:rPr>
              <a:t>to </a:t>
            </a:r>
            <a:r>
              <a:rPr lang="en-US" sz="2000" b="0" i="1" u="none" dirty="0">
                <a:solidFill>
                  <a:schemeClr val="dk1"/>
                </a:solidFill>
                <a:latin typeface="Helvetica Neue"/>
                <a:ea typeface="Helvetica Neue"/>
                <a:cs typeface="Helvetica Neue"/>
                <a:sym typeface="Helvetica Neue"/>
              </a:rPr>
              <a:t>B.</a:t>
            </a:r>
            <a:r>
              <a:rPr lang="en-US" sz="2000" b="0" i="0" u="none" dirty="0">
                <a:solidFill>
                  <a:schemeClr val="dk1"/>
                </a:solidFill>
                <a:latin typeface="Helvetica Neue"/>
                <a:ea typeface="Helvetica Neue"/>
                <a:cs typeface="Helvetica Neue"/>
                <a:sym typeface="Helvetica Neue"/>
              </a:rPr>
              <a:t>  </a:t>
            </a:r>
            <a:endParaRPr dirty="0"/>
          </a:p>
          <a:p>
            <a:pPr marL="342900" lvl="0" indent="-342900" algn="l" rtl="0">
              <a:lnSpc>
                <a:spcPct val="80000"/>
              </a:lnSpc>
              <a:spcBef>
                <a:spcPts val="700"/>
              </a:spcBef>
              <a:spcAft>
                <a:spcPts val="0"/>
              </a:spcAft>
              <a:buClr>
                <a:schemeClr val="dk2"/>
              </a:buClr>
              <a:buSzPts val="1800"/>
              <a:buFont typeface="Arial"/>
              <a:buChar char="●"/>
            </a:pPr>
            <a:r>
              <a:rPr lang="en-US" sz="2000" b="0" i="0" u="none" dirty="0">
                <a:solidFill>
                  <a:schemeClr val="dk1"/>
                </a:solidFill>
                <a:highlight>
                  <a:srgbClr val="FFFF00"/>
                </a:highlight>
                <a:latin typeface="Helvetica Neue"/>
                <a:ea typeface="Helvetica Neue"/>
                <a:cs typeface="Helvetica Neue"/>
                <a:sym typeface="Helvetica Neue"/>
              </a:rPr>
              <a:t>A </a:t>
            </a:r>
            <a:r>
              <a:rPr lang="en-US" sz="2000" b="0" i="0" u="none" dirty="0">
                <a:solidFill>
                  <a:schemeClr val="dk2"/>
                </a:solidFill>
                <a:highlight>
                  <a:srgbClr val="FFFF00"/>
                </a:highlight>
                <a:latin typeface="Helvetica Neue"/>
                <a:ea typeface="Helvetica Neue"/>
                <a:cs typeface="Helvetica Neue"/>
                <a:sym typeface="Helvetica Neue"/>
              </a:rPr>
              <a:t>serial</a:t>
            </a:r>
            <a:r>
              <a:rPr lang="en-US" sz="2000" b="0" i="0" u="none" dirty="0">
                <a:solidFill>
                  <a:schemeClr val="dk1"/>
                </a:solidFill>
                <a:highlight>
                  <a:srgbClr val="FFFF00"/>
                </a:highlight>
                <a:latin typeface="Helvetica Neue"/>
                <a:ea typeface="Helvetica Neue"/>
                <a:cs typeface="Helvetica Neue"/>
                <a:sym typeface="Helvetica Neue"/>
              </a:rPr>
              <a:t> schedule in which </a:t>
            </a:r>
            <a:r>
              <a:rPr lang="en-US" sz="2000" b="0" i="1" u="none" dirty="0">
                <a:solidFill>
                  <a:schemeClr val="dk1"/>
                </a:solidFill>
                <a:highlight>
                  <a:srgbClr val="FFFF00"/>
                </a:highlight>
                <a:latin typeface="Helvetica Neue"/>
                <a:ea typeface="Helvetica Neue"/>
                <a:cs typeface="Helvetica Neue"/>
                <a:sym typeface="Helvetica Neue"/>
              </a:rPr>
              <a:t>T</a:t>
            </a:r>
            <a:r>
              <a:rPr lang="en-US" sz="2000" b="0" i="0" u="none" baseline="-25000" dirty="0">
                <a:solidFill>
                  <a:schemeClr val="dk1"/>
                </a:solidFill>
                <a:highlight>
                  <a:srgbClr val="FFFF00"/>
                </a:highlight>
                <a:latin typeface="Helvetica Neue"/>
                <a:ea typeface="Helvetica Neue"/>
                <a:cs typeface="Helvetica Neue"/>
                <a:sym typeface="Helvetica Neue"/>
              </a:rPr>
              <a:t>1</a:t>
            </a:r>
            <a:r>
              <a:rPr lang="en-US" sz="2000" b="0" i="0" u="none" dirty="0">
                <a:solidFill>
                  <a:schemeClr val="dk1"/>
                </a:solidFill>
                <a:highlight>
                  <a:srgbClr val="FFFF00"/>
                </a:highlight>
                <a:latin typeface="Helvetica Neue"/>
                <a:ea typeface="Helvetica Neue"/>
                <a:cs typeface="Helvetica Neue"/>
                <a:sym typeface="Helvetica Neue"/>
              </a:rPr>
              <a:t> is followed by </a:t>
            </a:r>
            <a:r>
              <a:rPr lang="en-US" sz="2000" b="0" i="1" u="none" dirty="0">
                <a:solidFill>
                  <a:schemeClr val="dk1"/>
                </a:solidFill>
                <a:highlight>
                  <a:srgbClr val="FFFF00"/>
                </a:highlight>
                <a:latin typeface="Helvetica Neue"/>
                <a:ea typeface="Helvetica Neue"/>
                <a:cs typeface="Helvetica Neue"/>
                <a:sym typeface="Helvetica Neue"/>
              </a:rPr>
              <a:t>T</a:t>
            </a:r>
            <a:r>
              <a:rPr lang="en-US" sz="2000" b="0" i="0" u="none" baseline="-25000" dirty="0">
                <a:solidFill>
                  <a:schemeClr val="dk1"/>
                </a:solidFill>
                <a:highlight>
                  <a:srgbClr val="FFFF00"/>
                </a:highlight>
                <a:latin typeface="Helvetica Neue"/>
                <a:ea typeface="Helvetica Neue"/>
                <a:cs typeface="Helvetica Neue"/>
                <a:sym typeface="Helvetica Neue"/>
              </a:rPr>
              <a:t>2</a:t>
            </a:r>
            <a:r>
              <a:rPr lang="en-US" sz="1800" b="0" i="0" u="none" dirty="0">
                <a:solidFill>
                  <a:schemeClr val="dk1"/>
                </a:solidFill>
                <a:highlight>
                  <a:srgbClr val="FFFF00"/>
                </a:highlight>
                <a:latin typeface="Helvetica Neue"/>
                <a:ea typeface="Helvetica Neue"/>
                <a:cs typeface="Helvetica Neue"/>
                <a:sym typeface="Helvetica Neue"/>
              </a:rPr>
              <a:t> </a:t>
            </a:r>
            <a:r>
              <a:rPr lang="en-US" sz="2000" b="0" i="0" u="none" dirty="0">
                <a:solidFill>
                  <a:schemeClr val="dk1"/>
                </a:solidFill>
                <a:highlight>
                  <a:srgbClr val="FFFF00"/>
                </a:highlight>
                <a:latin typeface="Helvetica Neue"/>
                <a:ea typeface="Helvetica Neue"/>
                <a:cs typeface="Helvetica Neue"/>
                <a:sym typeface="Helvetica Neue"/>
              </a:rPr>
              <a:t>:</a:t>
            </a:r>
            <a:endParaRPr dirty="0">
              <a:highlight>
                <a:srgbClr val="FFFF00"/>
              </a:highlight>
            </a:endParaRPr>
          </a:p>
          <a:p>
            <a:pPr marL="342900" lvl="0" indent="-342900" algn="l" rtl="0">
              <a:lnSpc>
                <a:spcPct val="80000"/>
              </a:lnSpc>
              <a:spcBef>
                <a:spcPts val="490"/>
              </a:spcBef>
              <a:spcAft>
                <a:spcPts val="0"/>
              </a:spcAft>
              <a:buSzPts val="1260"/>
              <a:buNone/>
            </a:pPr>
            <a:r>
              <a:rPr lang="en-US" sz="1400" b="0" i="0" u="none" dirty="0">
                <a:solidFill>
                  <a:schemeClr val="dk1"/>
                </a:solidFill>
                <a:latin typeface="Helvetica Neue"/>
                <a:ea typeface="Helvetica Neue"/>
                <a:cs typeface="Helvetica Neue"/>
                <a:sym typeface="Helvetica Neue"/>
              </a:rPr>
              <a:t>		</a:t>
            </a:r>
            <a:endParaRPr dirty="0"/>
          </a:p>
        </p:txBody>
      </p:sp>
      <p:pic>
        <p:nvPicPr>
          <p:cNvPr id="175" name="Google Shape;175;p27"/>
          <p:cNvPicPr preferRelativeResize="0"/>
          <p:nvPr/>
        </p:nvPicPr>
        <p:blipFill rotWithShape="1">
          <a:blip r:embed="rId3">
            <a:alphaModFix/>
          </a:blip>
          <a:srcRect l="20474" t="555" r="20265" b="555"/>
          <a:stretch/>
        </p:blipFill>
        <p:spPr>
          <a:xfrm>
            <a:off x="2770187" y="2089150"/>
            <a:ext cx="3495675" cy="4375150"/>
          </a:xfrm>
          <a:prstGeom prst="rect">
            <a:avLst/>
          </a:prstGeom>
          <a:noFill/>
          <a:ln w="57150" cap="flat" cmpd="thinThick">
            <a:solidFill>
              <a:schemeClr val="dk2"/>
            </a:solidFill>
            <a:prstDash val="solid"/>
            <a:miter lim="800000"/>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8"/>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Schedule 2</a:t>
            </a:r>
            <a:endParaRPr/>
          </a:p>
        </p:txBody>
      </p:sp>
      <p:pic>
        <p:nvPicPr>
          <p:cNvPr id="182" name="Google Shape;182;p28"/>
          <p:cNvPicPr preferRelativeResize="0">
            <a:picLocks noGrp="1"/>
          </p:cNvPicPr>
          <p:nvPr>
            <p:ph type="body" idx="1"/>
          </p:nvPr>
        </p:nvPicPr>
        <p:blipFill rotWithShape="1">
          <a:blip r:embed="rId3">
            <a:alphaModFix/>
          </a:blip>
          <a:srcRect l="20330" t="602" r="20783" b="903"/>
          <a:stretch/>
        </p:blipFill>
        <p:spPr>
          <a:xfrm>
            <a:off x="2317750" y="1754187"/>
            <a:ext cx="3883025" cy="4271962"/>
          </a:xfrm>
          <a:prstGeom prst="rect">
            <a:avLst/>
          </a:prstGeom>
          <a:noFill/>
          <a:ln w="38100" cap="flat" cmpd="dbl">
            <a:solidFill>
              <a:schemeClr val="dk2"/>
            </a:solidFill>
            <a:prstDash val="solid"/>
            <a:miter lim="524288"/>
            <a:headEnd type="none" w="sm" len="sm"/>
            <a:tailEnd type="none" w="sm" len="sm"/>
          </a:ln>
        </p:spPr>
      </p:pic>
      <p:sp>
        <p:nvSpPr>
          <p:cNvPr id="183" name="Google Shape;183;p28"/>
          <p:cNvSpPr txBox="1"/>
          <p:nvPr/>
        </p:nvSpPr>
        <p:spPr>
          <a:xfrm>
            <a:off x="741362" y="1089025"/>
            <a:ext cx="7880350" cy="396875"/>
          </a:xfrm>
          <a:prstGeom prst="rect">
            <a:avLst/>
          </a:prstGeom>
          <a:noFill/>
          <a:ln>
            <a:noFill/>
          </a:ln>
        </p:spPr>
        <p:txBody>
          <a:bodyPr spcFirstLastPara="1" wrap="square" lIns="91425" tIns="45700" rIns="91425" bIns="45700" anchor="t" anchorCtr="0">
            <a:spAutoFit/>
          </a:bodyPr>
          <a:lstStyle/>
          <a:p>
            <a:pPr marL="0" marR="0" lvl="0" indent="-127000" algn="l" rtl="0">
              <a:lnSpc>
                <a:spcPct val="100000"/>
              </a:lnSpc>
              <a:spcBef>
                <a:spcPts val="0"/>
              </a:spcBef>
              <a:spcAft>
                <a:spcPts val="0"/>
              </a:spcAft>
              <a:buClr>
                <a:schemeClr val="dk1"/>
              </a:buClr>
              <a:buSzPts val="2000"/>
              <a:buFont typeface="Helvetica Neue"/>
              <a:buChar char="•"/>
            </a:pPr>
            <a:r>
              <a:rPr lang="en-US" sz="2000" b="0" i="0" u="none">
                <a:solidFill>
                  <a:schemeClr val="dk1"/>
                </a:solidFill>
                <a:latin typeface="Helvetica Neue"/>
                <a:ea typeface="Helvetica Neue"/>
                <a:cs typeface="Helvetica Neue"/>
                <a:sym typeface="Helvetica Neue"/>
              </a:rPr>
              <a:t> A serial schedule where </a:t>
            </a:r>
            <a:r>
              <a:rPr lang="en-US" sz="2000" b="0" i="1" u="none">
                <a:solidFill>
                  <a:schemeClr val="dk1"/>
                </a:solidFill>
                <a:latin typeface="Helvetica Neue"/>
                <a:ea typeface="Helvetica Neue"/>
                <a:cs typeface="Helvetica Neue"/>
                <a:sym typeface="Helvetica Neue"/>
              </a:rPr>
              <a:t>T</a:t>
            </a:r>
            <a:r>
              <a:rPr lang="en-US" sz="2000" b="0" i="1" u="none" baseline="-25000">
                <a:solidFill>
                  <a:schemeClr val="dk1"/>
                </a:solidFill>
                <a:latin typeface="Helvetica Neue"/>
                <a:ea typeface="Helvetica Neue"/>
                <a:cs typeface="Helvetica Neue"/>
                <a:sym typeface="Helvetica Neue"/>
              </a:rPr>
              <a:t>2</a:t>
            </a:r>
            <a:r>
              <a:rPr lang="en-US" sz="2000" b="0" i="0" u="none">
                <a:solidFill>
                  <a:schemeClr val="dk1"/>
                </a:solidFill>
                <a:latin typeface="Helvetica Neue"/>
                <a:ea typeface="Helvetica Neue"/>
                <a:cs typeface="Helvetica Neue"/>
                <a:sym typeface="Helvetica Neue"/>
              </a:rPr>
              <a:t> is followed by </a:t>
            </a:r>
            <a:r>
              <a:rPr lang="en-US" sz="2000" b="0" i="1" u="none">
                <a:solidFill>
                  <a:schemeClr val="dk1"/>
                </a:solidFill>
                <a:latin typeface="Helvetica Neue"/>
                <a:ea typeface="Helvetica Neue"/>
                <a:cs typeface="Helvetica Neue"/>
                <a:sym typeface="Helvetica Neue"/>
              </a:rPr>
              <a:t>T</a:t>
            </a:r>
            <a:r>
              <a:rPr lang="en-US" sz="2000" b="0" i="0" u="none" baseline="-25000">
                <a:solidFill>
                  <a:schemeClr val="dk1"/>
                </a:solidFill>
                <a:latin typeface="Helvetica Neue"/>
                <a:ea typeface="Helvetica Neue"/>
                <a:cs typeface="Helvetica Neue"/>
                <a:sym typeface="Helvetica Neue"/>
              </a:rPr>
              <a:t>1</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29"/>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Schedule 3</a:t>
            </a:r>
            <a:endParaRPr/>
          </a:p>
        </p:txBody>
      </p:sp>
      <p:sp>
        <p:nvSpPr>
          <p:cNvPr id="190" name="Google Shape;190;p29"/>
          <p:cNvSpPr txBox="1">
            <a:spLocks noGrp="1"/>
          </p:cNvSpPr>
          <p:nvPr>
            <p:ph type="body" idx="1"/>
          </p:nvPr>
        </p:nvSpPr>
        <p:spPr>
          <a:xfrm>
            <a:off x="914400" y="1106487"/>
            <a:ext cx="6765925" cy="1054100"/>
          </a:xfrm>
          <a:prstGeom prst="rect">
            <a:avLst/>
          </a:prstGeom>
          <a:noFill/>
          <a:ln>
            <a:noFill/>
          </a:ln>
        </p:spPr>
        <p:txBody>
          <a:bodyPr spcFirstLastPara="1" wrap="square" lIns="91425" tIns="45700" rIns="91425" bIns="45700" anchor="t" anchorCtr="0">
            <a:noAutofit/>
          </a:bodyPr>
          <a:lstStyle/>
          <a:p>
            <a:pPr marL="342900" lvl="0" indent="-342900" algn="l" rtl="0">
              <a:lnSpc>
                <a:spcPct val="90000"/>
              </a:lnSpc>
              <a:spcBef>
                <a:spcPts val="0"/>
              </a:spcBef>
              <a:spcAft>
                <a:spcPts val="0"/>
              </a:spcAft>
              <a:buClr>
                <a:schemeClr val="dk2"/>
              </a:buClr>
              <a:buSzPts val="1620"/>
              <a:buFont typeface="Arial"/>
              <a:buChar char="●"/>
            </a:pPr>
            <a:r>
              <a:rPr lang="en-US" sz="1800" b="0" i="0" u="none">
                <a:solidFill>
                  <a:schemeClr val="dk1"/>
                </a:solidFill>
                <a:latin typeface="Helvetica Neue"/>
                <a:ea typeface="Helvetica Neue"/>
                <a:cs typeface="Helvetica Neue"/>
                <a:sym typeface="Helvetica Neue"/>
              </a:rPr>
              <a:t>Let </a:t>
            </a:r>
            <a:r>
              <a:rPr lang="en-US" sz="1800" b="0" i="1" u="none">
                <a:solidFill>
                  <a:schemeClr val="dk1"/>
                </a:solidFill>
                <a:latin typeface="Helvetica Neue"/>
                <a:ea typeface="Helvetica Neue"/>
                <a:cs typeface="Helvetica Neue"/>
                <a:sym typeface="Helvetica Neue"/>
              </a:rPr>
              <a:t>T</a:t>
            </a:r>
            <a:r>
              <a:rPr lang="en-US" sz="1800" b="0" i="0" u="none" baseline="-25000">
                <a:solidFill>
                  <a:schemeClr val="dk1"/>
                </a:solidFill>
                <a:latin typeface="Helvetica Neue"/>
                <a:ea typeface="Helvetica Neue"/>
                <a:cs typeface="Helvetica Neue"/>
                <a:sym typeface="Helvetica Neue"/>
              </a:rPr>
              <a:t>1</a:t>
            </a:r>
            <a:r>
              <a:rPr lang="en-US" sz="1800" b="0" i="0" u="none">
                <a:solidFill>
                  <a:schemeClr val="dk1"/>
                </a:solidFill>
                <a:latin typeface="Helvetica Neue"/>
                <a:ea typeface="Helvetica Neue"/>
                <a:cs typeface="Helvetica Neue"/>
                <a:sym typeface="Helvetica Neue"/>
              </a:rPr>
              <a:t> and </a:t>
            </a:r>
            <a:r>
              <a:rPr lang="en-US" sz="1800" b="0" i="1" u="none">
                <a:solidFill>
                  <a:schemeClr val="dk1"/>
                </a:solidFill>
                <a:latin typeface="Helvetica Neue"/>
                <a:ea typeface="Helvetica Neue"/>
                <a:cs typeface="Helvetica Neue"/>
                <a:sym typeface="Helvetica Neue"/>
              </a:rPr>
              <a:t>T</a:t>
            </a:r>
            <a:r>
              <a:rPr lang="en-US" sz="1800" b="0" i="0" u="none" baseline="-25000">
                <a:solidFill>
                  <a:schemeClr val="dk1"/>
                </a:solidFill>
                <a:latin typeface="Helvetica Neue"/>
                <a:ea typeface="Helvetica Neue"/>
                <a:cs typeface="Helvetica Neue"/>
                <a:sym typeface="Helvetica Neue"/>
              </a:rPr>
              <a:t>2</a:t>
            </a:r>
            <a:r>
              <a:rPr lang="en-US" sz="1800" b="0" i="0" u="none">
                <a:solidFill>
                  <a:schemeClr val="dk1"/>
                </a:solidFill>
                <a:latin typeface="Helvetica Neue"/>
                <a:ea typeface="Helvetica Neue"/>
                <a:cs typeface="Helvetica Neue"/>
                <a:sym typeface="Helvetica Neue"/>
              </a:rPr>
              <a:t> be the transactions defined previously</a:t>
            </a:r>
            <a:r>
              <a:rPr lang="en-US" sz="1800" b="0" i="1" u="none">
                <a:solidFill>
                  <a:schemeClr val="dk1"/>
                </a:solidFill>
                <a:latin typeface="Helvetica Neue"/>
                <a:ea typeface="Helvetica Neue"/>
                <a:cs typeface="Helvetica Neue"/>
                <a:sym typeface="Helvetica Neue"/>
              </a:rPr>
              <a:t>.</a:t>
            </a:r>
            <a:r>
              <a:rPr lang="en-US" sz="1800" b="0" i="0" u="none">
                <a:solidFill>
                  <a:schemeClr val="dk1"/>
                </a:solidFill>
                <a:latin typeface="Helvetica Neue"/>
                <a:ea typeface="Helvetica Neue"/>
                <a:cs typeface="Helvetica Neue"/>
                <a:sym typeface="Helvetica Neue"/>
              </a:rPr>
              <a:t>  The following schedule is not a serial schedule, but it is </a:t>
            </a:r>
            <a:r>
              <a:rPr lang="en-US" sz="1800" b="0" i="1" u="none">
                <a:solidFill>
                  <a:schemeClr val="dk2"/>
                </a:solidFill>
                <a:latin typeface="Helvetica Neue"/>
                <a:ea typeface="Helvetica Neue"/>
                <a:cs typeface="Helvetica Neue"/>
                <a:sym typeface="Helvetica Neue"/>
              </a:rPr>
              <a:t>equivalent</a:t>
            </a:r>
            <a:r>
              <a:rPr lang="en-US" sz="1800" b="0" i="0" u="none">
                <a:solidFill>
                  <a:schemeClr val="dk1"/>
                </a:solidFill>
                <a:latin typeface="Helvetica Neue"/>
                <a:ea typeface="Helvetica Neue"/>
                <a:cs typeface="Helvetica Neue"/>
                <a:sym typeface="Helvetica Neue"/>
              </a:rPr>
              <a:t> to Schedule 1.</a:t>
            </a:r>
            <a:endParaRPr/>
          </a:p>
          <a:p>
            <a:pPr marL="342900" lvl="0" indent="-342900" algn="l" rtl="0">
              <a:lnSpc>
                <a:spcPct val="90000"/>
              </a:lnSpc>
              <a:spcBef>
                <a:spcPts val="630"/>
              </a:spcBef>
              <a:spcAft>
                <a:spcPts val="0"/>
              </a:spcAft>
              <a:buSzPts val="1620"/>
              <a:buNone/>
            </a:pPr>
            <a:r>
              <a:rPr lang="en-US" sz="1800" b="0" i="0" u="none">
                <a:solidFill>
                  <a:schemeClr val="dk1"/>
                </a:solidFill>
                <a:latin typeface="Helvetica Neue"/>
                <a:ea typeface="Helvetica Neue"/>
                <a:cs typeface="Helvetica Neue"/>
                <a:sym typeface="Helvetica Neue"/>
              </a:rPr>
              <a:t>		</a:t>
            </a:r>
            <a:endParaRPr/>
          </a:p>
        </p:txBody>
      </p:sp>
      <p:sp>
        <p:nvSpPr>
          <p:cNvPr id="191" name="Google Shape;191;p29"/>
          <p:cNvSpPr txBox="1"/>
          <p:nvPr/>
        </p:nvSpPr>
        <p:spPr>
          <a:xfrm>
            <a:off x="1000125" y="6018212"/>
            <a:ext cx="6724650" cy="390525"/>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1800"/>
              <a:buFont typeface="Arial"/>
              <a:buNone/>
            </a:pPr>
            <a:r>
              <a:rPr lang="en-US" sz="1800" b="0" i="0" u="none">
                <a:solidFill>
                  <a:schemeClr val="dk1"/>
                </a:solidFill>
                <a:latin typeface="Arial"/>
                <a:ea typeface="Arial"/>
                <a:cs typeface="Arial"/>
                <a:sym typeface="Arial"/>
              </a:rPr>
              <a:t>In Schedules 1, 2 and 3, the sum A + B is preserved.</a:t>
            </a:r>
            <a:endParaRPr/>
          </a:p>
        </p:txBody>
      </p:sp>
      <p:pic>
        <p:nvPicPr>
          <p:cNvPr id="192" name="Google Shape;192;p29"/>
          <p:cNvPicPr preferRelativeResize="0"/>
          <p:nvPr/>
        </p:nvPicPr>
        <p:blipFill rotWithShape="1">
          <a:blip r:embed="rId3">
            <a:alphaModFix/>
          </a:blip>
          <a:srcRect l="21800" t="4266" r="23799" b="5331"/>
          <a:stretch/>
        </p:blipFill>
        <p:spPr>
          <a:xfrm>
            <a:off x="3259137" y="1900237"/>
            <a:ext cx="3146425" cy="3921125"/>
          </a:xfrm>
          <a:prstGeom prst="rect">
            <a:avLst/>
          </a:prstGeom>
          <a:noFill/>
          <a:ln w="38100" cap="flat" cmpd="dbl">
            <a:solidFill>
              <a:schemeClr val="dk2"/>
            </a:solidFill>
            <a:prstDash val="solid"/>
            <a:miter lim="800000"/>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30"/>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Schedule 4</a:t>
            </a:r>
            <a:endParaRPr/>
          </a:p>
        </p:txBody>
      </p:sp>
      <p:sp>
        <p:nvSpPr>
          <p:cNvPr id="199" name="Google Shape;199;p30"/>
          <p:cNvSpPr txBox="1">
            <a:spLocks noGrp="1"/>
          </p:cNvSpPr>
          <p:nvPr>
            <p:ph type="body" idx="1"/>
          </p:nvPr>
        </p:nvSpPr>
        <p:spPr>
          <a:xfrm>
            <a:off x="914400" y="1106487"/>
            <a:ext cx="6724650" cy="1184275"/>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620"/>
              <a:buFont typeface="Arial"/>
              <a:buChar char="●"/>
            </a:pPr>
            <a:r>
              <a:rPr lang="en-US" sz="1800" b="0" i="0" u="none">
                <a:solidFill>
                  <a:schemeClr val="dk1"/>
                </a:solidFill>
                <a:latin typeface="Helvetica Neue"/>
                <a:ea typeface="Helvetica Neue"/>
                <a:cs typeface="Helvetica Neue"/>
                <a:sym typeface="Helvetica Neue"/>
              </a:rPr>
              <a:t>The following concurrent schedule does not preserve the value of (</a:t>
            </a:r>
            <a:r>
              <a:rPr lang="en-US" sz="1800" b="0" i="1" u="none">
                <a:solidFill>
                  <a:schemeClr val="dk1"/>
                </a:solidFill>
                <a:latin typeface="Helvetica Neue"/>
                <a:ea typeface="Helvetica Neue"/>
                <a:cs typeface="Helvetica Neue"/>
                <a:sym typeface="Helvetica Neue"/>
              </a:rPr>
              <a:t>A </a:t>
            </a:r>
            <a:r>
              <a:rPr lang="en-US" sz="1800" b="0" i="0" u="none">
                <a:solidFill>
                  <a:schemeClr val="dk1"/>
                </a:solidFill>
                <a:latin typeface="Helvetica Neue"/>
                <a:ea typeface="Helvetica Neue"/>
                <a:cs typeface="Helvetica Neue"/>
                <a:sym typeface="Helvetica Neue"/>
              </a:rPr>
              <a:t>+ </a:t>
            </a:r>
            <a:r>
              <a:rPr lang="en-US" sz="1800" b="0" i="1" u="none">
                <a:solidFill>
                  <a:schemeClr val="dk1"/>
                </a:solidFill>
                <a:latin typeface="Helvetica Neue"/>
                <a:ea typeface="Helvetica Neue"/>
                <a:cs typeface="Helvetica Neue"/>
                <a:sym typeface="Helvetica Neue"/>
              </a:rPr>
              <a:t>B</a:t>
            </a:r>
            <a:r>
              <a:rPr lang="en-US" sz="1800" b="0" i="0" u="none">
                <a:solidFill>
                  <a:schemeClr val="dk1"/>
                </a:solidFill>
                <a:latin typeface="Helvetica Neue"/>
                <a:ea typeface="Helvetica Neue"/>
                <a:cs typeface="Helvetica Neue"/>
                <a:sym typeface="Helvetica Neue"/>
              </a:rPr>
              <a:t> </a:t>
            </a:r>
            <a:r>
              <a:rPr lang="en-US" sz="1800" b="0" i="1" u="none">
                <a:solidFill>
                  <a:schemeClr val="dk1"/>
                </a:solidFill>
                <a:latin typeface="Helvetica Neue"/>
                <a:ea typeface="Helvetica Neue"/>
                <a:cs typeface="Helvetica Neue"/>
                <a:sym typeface="Helvetica Neue"/>
              </a:rPr>
              <a:t>)</a:t>
            </a:r>
            <a:r>
              <a:rPr lang="en-US" sz="1800" b="0" i="0" u="none">
                <a:solidFill>
                  <a:schemeClr val="dk1"/>
                </a:solidFill>
                <a:latin typeface="Helvetica Neue"/>
                <a:ea typeface="Helvetica Neue"/>
                <a:cs typeface="Helvetica Neue"/>
                <a:sym typeface="Helvetica Neue"/>
              </a:rPr>
              <a:t>.			</a:t>
            </a:r>
            <a:endParaRPr/>
          </a:p>
        </p:txBody>
      </p:sp>
      <p:pic>
        <p:nvPicPr>
          <p:cNvPr id="200" name="Google Shape;200;p30"/>
          <p:cNvPicPr preferRelativeResize="0"/>
          <p:nvPr/>
        </p:nvPicPr>
        <p:blipFill rotWithShape="1">
          <a:blip r:embed="rId3">
            <a:alphaModFix/>
          </a:blip>
          <a:srcRect l="20291" t="531" r="20292" b="530"/>
          <a:stretch/>
        </p:blipFill>
        <p:spPr>
          <a:xfrm>
            <a:off x="2884487" y="1854200"/>
            <a:ext cx="3513137" cy="4387850"/>
          </a:xfrm>
          <a:prstGeom prst="rect">
            <a:avLst/>
          </a:prstGeom>
          <a:noFill/>
          <a:ln w="38100" cap="flat" cmpd="dbl">
            <a:solidFill>
              <a:schemeClr val="dk2"/>
            </a:solidFill>
            <a:prstDash val="solid"/>
            <a:miter lim="800000"/>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31"/>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Serializability</a:t>
            </a:r>
            <a:endParaRPr/>
          </a:p>
        </p:txBody>
      </p:sp>
      <p:sp>
        <p:nvSpPr>
          <p:cNvPr id="207" name="Google Shape;207;p31"/>
          <p:cNvSpPr txBox="1">
            <a:spLocks noGrp="1"/>
          </p:cNvSpPr>
          <p:nvPr>
            <p:ph type="body" idx="1"/>
          </p:nvPr>
        </p:nvSpPr>
        <p:spPr>
          <a:xfrm>
            <a:off x="914400" y="1106487"/>
            <a:ext cx="7689850" cy="5011737"/>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620"/>
              <a:buFont typeface="Arial"/>
              <a:buChar char="●"/>
            </a:pPr>
            <a:r>
              <a:rPr lang="en-US" sz="1800" b="1" i="0" u="none" dirty="0">
                <a:solidFill>
                  <a:schemeClr val="dk1"/>
                </a:solidFill>
                <a:latin typeface="Helvetica Neue"/>
                <a:ea typeface="Helvetica Neue"/>
                <a:cs typeface="Helvetica Neue"/>
                <a:sym typeface="Helvetica Neue"/>
              </a:rPr>
              <a:t>Basic Assumption</a:t>
            </a:r>
            <a:r>
              <a:rPr lang="en-US" sz="1800" b="0" i="0" u="none" dirty="0">
                <a:solidFill>
                  <a:schemeClr val="dk1"/>
                </a:solidFill>
                <a:latin typeface="Helvetica Neue"/>
                <a:ea typeface="Helvetica Neue"/>
                <a:cs typeface="Helvetica Neue"/>
                <a:sym typeface="Helvetica Neue"/>
              </a:rPr>
              <a:t> – Each transaction preserves database consistency.</a:t>
            </a:r>
            <a:endParaRPr dirty="0"/>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latin typeface="Helvetica Neue"/>
                <a:ea typeface="Helvetica Neue"/>
                <a:cs typeface="Helvetica Neue"/>
                <a:sym typeface="Helvetica Neue"/>
              </a:rPr>
              <a:t>Thus serial execution of a set of transactions preserves database consistency.</a:t>
            </a:r>
            <a:endParaRPr dirty="0"/>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A (possibly concurrent) schedule is serializable if it is equivalent to a serial schedule.  Different forms of schedule equivalence give rise to the notions of:</a:t>
            </a:r>
            <a:endParaRPr dirty="0">
              <a:highlight>
                <a:srgbClr val="FFFF00"/>
              </a:highlight>
            </a:endParaRPr>
          </a:p>
          <a:p>
            <a:pPr marL="742950" lvl="1" indent="-285750" algn="l" rtl="0">
              <a:lnSpc>
                <a:spcPct val="100000"/>
              </a:lnSpc>
              <a:spcBef>
                <a:spcPts val="630"/>
              </a:spcBef>
              <a:spcAft>
                <a:spcPts val="0"/>
              </a:spcAft>
              <a:buSzPts val="1440"/>
              <a:buNone/>
            </a:pPr>
            <a:r>
              <a:rPr lang="en-US" sz="1800" b="0" i="0" u="none" dirty="0">
                <a:solidFill>
                  <a:schemeClr val="dk1"/>
                </a:solidFill>
                <a:highlight>
                  <a:srgbClr val="FFFF00"/>
                </a:highlight>
                <a:latin typeface="Helvetica Neue"/>
                <a:ea typeface="Helvetica Neue"/>
                <a:cs typeface="Helvetica Neue"/>
                <a:sym typeface="Helvetica Neue"/>
              </a:rPr>
              <a:t>1.	</a:t>
            </a:r>
            <a:r>
              <a:rPr lang="en-US" sz="1800" b="1" i="0" u="none" dirty="0">
                <a:solidFill>
                  <a:schemeClr val="dk2"/>
                </a:solidFill>
                <a:highlight>
                  <a:srgbClr val="FFFF00"/>
                </a:highlight>
                <a:latin typeface="Helvetica Neue"/>
                <a:ea typeface="Helvetica Neue"/>
                <a:cs typeface="Helvetica Neue"/>
                <a:sym typeface="Helvetica Neue"/>
              </a:rPr>
              <a:t>conflict serializability</a:t>
            </a:r>
            <a:endParaRPr dirty="0">
              <a:highlight>
                <a:srgbClr val="FFFF00"/>
              </a:highlight>
            </a:endParaRPr>
          </a:p>
          <a:p>
            <a:pPr marL="742950" lvl="1" indent="-285750" algn="l" rtl="0">
              <a:lnSpc>
                <a:spcPct val="100000"/>
              </a:lnSpc>
              <a:spcBef>
                <a:spcPts val="630"/>
              </a:spcBef>
              <a:spcAft>
                <a:spcPts val="0"/>
              </a:spcAft>
              <a:buSzPts val="1440"/>
              <a:buNone/>
            </a:pPr>
            <a:r>
              <a:rPr lang="en-US" sz="1800" b="0" i="0" u="none" dirty="0">
                <a:solidFill>
                  <a:schemeClr val="dk1"/>
                </a:solidFill>
                <a:highlight>
                  <a:srgbClr val="FFFF00"/>
                </a:highlight>
                <a:latin typeface="Helvetica Neue"/>
                <a:ea typeface="Helvetica Neue"/>
                <a:cs typeface="Helvetica Neue"/>
                <a:sym typeface="Helvetica Neue"/>
              </a:rPr>
              <a:t>2.	</a:t>
            </a:r>
            <a:r>
              <a:rPr lang="en-US" sz="1800" b="1" i="0" u="none" dirty="0">
                <a:solidFill>
                  <a:schemeClr val="dk2"/>
                </a:solidFill>
                <a:highlight>
                  <a:srgbClr val="FFFF00"/>
                </a:highlight>
                <a:latin typeface="Helvetica Neue"/>
                <a:ea typeface="Helvetica Neue"/>
                <a:cs typeface="Helvetica Neue"/>
                <a:sym typeface="Helvetica Neue"/>
              </a:rPr>
              <a:t>view serializability</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0" i="1" u="none" dirty="0">
                <a:solidFill>
                  <a:schemeClr val="dk1"/>
                </a:solidFill>
                <a:latin typeface="Helvetica Neue"/>
                <a:ea typeface="Helvetica Neue"/>
                <a:cs typeface="Helvetica Neue"/>
                <a:sym typeface="Helvetica Neue"/>
              </a:rPr>
              <a:t>Simplified view of transactions</a:t>
            </a:r>
            <a:endParaRPr dirty="0"/>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latin typeface="Helvetica Neue"/>
                <a:ea typeface="Helvetica Neue"/>
                <a:cs typeface="Helvetica Neue"/>
                <a:sym typeface="Helvetica Neue"/>
              </a:rPr>
              <a:t>We ignore operations other than </a:t>
            </a:r>
            <a:r>
              <a:rPr lang="en-US" sz="1800" b="1" i="0" u="none" dirty="0">
                <a:solidFill>
                  <a:schemeClr val="dk1"/>
                </a:solidFill>
                <a:latin typeface="Helvetica Neue"/>
                <a:ea typeface="Helvetica Neue"/>
                <a:cs typeface="Helvetica Neue"/>
                <a:sym typeface="Helvetica Neue"/>
              </a:rPr>
              <a:t>read</a:t>
            </a:r>
            <a:r>
              <a:rPr lang="en-US" sz="1800" b="0" i="0" u="none" dirty="0">
                <a:solidFill>
                  <a:schemeClr val="dk1"/>
                </a:solidFill>
                <a:latin typeface="Helvetica Neue"/>
                <a:ea typeface="Helvetica Neue"/>
                <a:cs typeface="Helvetica Neue"/>
                <a:sym typeface="Helvetica Neue"/>
              </a:rPr>
              <a:t> and </a:t>
            </a:r>
            <a:r>
              <a:rPr lang="en-US" sz="1800" b="1" i="0" u="none" dirty="0">
                <a:solidFill>
                  <a:schemeClr val="dk1"/>
                </a:solidFill>
                <a:latin typeface="Helvetica Neue"/>
                <a:ea typeface="Helvetica Neue"/>
                <a:cs typeface="Helvetica Neue"/>
                <a:sym typeface="Helvetica Neue"/>
              </a:rPr>
              <a:t>write</a:t>
            </a:r>
            <a:r>
              <a:rPr lang="en-US" sz="1800" b="0" i="0" u="none" dirty="0">
                <a:solidFill>
                  <a:schemeClr val="dk1"/>
                </a:solidFill>
                <a:latin typeface="Helvetica Neue"/>
                <a:ea typeface="Helvetica Neue"/>
                <a:cs typeface="Helvetica Neue"/>
                <a:sym typeface="Helvetica Neue"/>
              </a:rPr>
              <a:t> instructions</a:t>
            </a:r>
            <a:endParaRPr dirty="0"/>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latin typeface="Helvetica Neue"/>
                <a:ea typeface="Helvetica Neue"/>
                <a:cs typeface="Helvetica Neue"/>
                <a:sym typeface="Helvetica Neue"/>
              </a:rPr>
              <a:t>We assume that transactions may perform arbitrary computations on data in local buffers in between reads and writes.  </a:t>
            </a:r>
            <a:endParaRPr dirty="0"/>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latin typeface="Helvetica Neue"/>
                <a:ea typeface="Helvetica Neue"/>
                <a:cs typeface="Helvetica Neue"/>
                <a:sym typeface="Helvetica Neue"/>
              </a:rPr>
              <a:t>Our simplified schedules consist of only </a:t>
            </a:r>
            <a:r>
              <a:rPr lang="en-US" sz="1800" b="1" i="0" u="none" dirty="0">
                <a:solidFill>
                  <a:schemeClr val="dk1"/>
                </a:solidFill>
                <a:latin typeface="Helvetica Neue"/>
                <a:ea typeface="Helvetica Neue"/>
                <a:cs typeface="Helvetica Neue"/>
                <a:sym typeface="Helvetica Neue"/>
              </a:rPr>
              <a:t>read</a:t>
            </a:r>
            <a:r>
              <a:rPr lang="en-US" sz="1800" b="0" i="0" u="none" dirty="0">
                <a:solidFill>
                  <a:schemeClr val="dk1"/>
                </a:solidFill>
                <a:latin typeface="Helvetica Neue"/>
                <a:ea typeface="Helvetica Neue"/>
                <a:cs typeface="Helvetica Neue"/>
                <a:sym typeface="Helvetica Neue"/>
              </a:rPr>
              <a:t> and </a:t>
            </a:r>
            <a:r>
              <a:rPr lang="en-US" sz="1800" b="1" i="0" u="none" dirty="0">
                <a:solidFill>
                  <a:schemeClr val="dk1"/>
                </a:solidFill>
                <a:latin typeface="Helvetica Neue"/>
                <a:ea typeface="Helvetica Neue"/>
                <a:cs typeface="Helvetica Neue"/>
                <a:sym typeface="Helvetica Neue"/>
              </a:rPr>
              <a:t>write </a:t>
            </a:r>
            <a:r>
              <a:rPr lang="en-US" sz="1800" b="0" i="0" u="none" dirty="0">
                <a:solidFill>
                  <a:schemeClr val="dk1"/>
                </a:solidFill>
                <a:latin typeface="Helvetica Neue"/>
                <a:ea typeface="Helvetica Neue"/>
                <a:cs typeface="Helvetica Neue"/>
                <a:sym typeface="Helvetica Neue"/>
              </a:rPr>
              <a:t>instructions.</a:t>
            </a:r>
            <a:endParaRPr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32"/>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Conflicting Instructions </a:t>
            </a:r>
            <a:endParaRPr/>
          </a:p>
        </p:txBody>
      </p:sp>
      <p:sp>
        <p:nvSpPr>
          <p:cNvPr id="214" name="Google Shape;214;p32"/>
          <p:cNvSpPr txBox="1">
            <a:spLocks noGrp="1"/>
          </p:cNvSpPr>
          <p:nvPr>
            <p:ph type="body" idx="1"/>
          </p:nvPr>
        </p:nvSpPr>
        <p:spPr>
          <a:xfrm>
            <a:off x="914400" y="1106487"/>
            <a:ext cx="7659687" cy="5091112"/>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620"/>
              <a:buFont typeface="Arial"/>
              <a:buChar char="●"/>
            </a:pPr>
            <a:r>
              <a:rPr lang="en-US" sz="1800" b="0" i="0" u="none">
                <a:solidFill>
                  <a:schemeClr val="dk1"/>
                </a:solidFill>
                <a:latin typeface="Helvetica Neue"/>
                <a:ea typeface="Helvetica Neue"/>
                <a:cs typeface="Helvetica Neue"/>
                <a:sym typeface="Helvetica Neue"/>
              </a:rPr>
              <a:t>Instructions </a:t>
            </a:r>
            <a:r>
              <a:rPr lang="en-US" sz="1800" b="0" i="1" u="none">
                <a:solidFill>
                  <a:schemeClr val="dk1"/>
                </a:solidFill>
                <a:latin typeface="Helvetica Neue"/>
                <a:ea typeface="Helvetica Neue"/>
                <a:cs typeface="Helvetica Neue"/>
                <a:sym typeface="Helvetica Neue"/>
              </a:rPr>
              <a:t>l</a:t>
            </a:r>
            <a:r>
              <a:rPr lang="en-US" sz="1800" b="0" i="1" u="none" baseline="-25000">
                <a:solidFill>
                  <a:schemeClr val="dk1"/>
                </a:solidFill>
                <a:latin typeface="Helvetica Neue"/>
                <a:ea typeface="Helvetica Neue"/>
                <a:cs typeface="Helvetica Neue"/>
                <a:sym typeface="Helvetica Neue"/>
              </a:rPr>
              <a:t>i</a:t>
            </a:r>
            <a:r>
              <a:rPr lang="en-US" sz="1800" b="0" i="0" u="none">
                <a:solidFill>
                  <a:schemeClr val="dk1"/>
                </a:solidFill>
                <a:latin typeface="Helvetica Neue"/>
                <a:ea typeface="Helvetica Neue"/>
                <a:cs typeface="Helvetica Neue"/>
                <a:sym typeface="Helvetica Neue"/>
              </a:rPr>
              <a:t> and </a:t>
            </a:r>
            <a:r>
              <a:rPr lang="en-US" sz="1800" b="0" i="1" u="none">
                <a:solidFill>
                  <a:schemeClr val="dk1"/>
                </a:solidFill>
                <a:latin typeface="Helvetica Neue"/>
                <a:ea typeface="Helvetica Neue"/>
                <a:cs typeface="Helvetica Neue"/>
                <a:sym typeface="Helvetica Neue"/>
              </a:rPr>
              <a:t>l</a:t>
            </a:r>
            <a:r>
              <a:rPr lang="en-US" sz="1800" b="0" i="1" u="none" baseline="-25000">
                <a:solidFill>
                  <a:schemeClr val="dk1"/>
                </a:solidFill>
                <a:latin typeface="Helvetica Neue"/>
                <a:ea typeface="Helvetica Neue"/>
                <a:cs typeface="Helvetica Neue"/>
                <a:sym typeface="Helvetica Neue"/>
              </a:rPr>
              <a:t>j</a:t>
            </a:r>
            <a:r>
              <a:rPr lang="en-US" sz="1800" b="0" i="0" u="none">
                <a:solidFill>
                  <a:schemeClr val="dk1"/>
                </a:solidFill>
                <a:latin typeface="Helvetica Neue"/>
                <a:ea typeface="Helvetica Neue"/>
                <a:cs typeface="Helvetica Neue"/>
                <a:sym typeface="Helvetica Neue"/>
              </a:rPr>
              <a:t> of transactions </a:t>
            </a:r>
            <a:r>
              <a:rPr lang="en-US" sz="1800" b="0" i="1" u="none">
                <a:solidFill>
                  <a:schemeClr val="dk1"/>
                </a:solidFill>
                <a:latin typeface="Helvetica Neue"/>
                <a:ea typeface="Helvetica Neue"/>
                <a:cs typeface="Helvetica Neue"/>
                <a:sym typeface="Helvetica Neue"/>
              </a:rPr>
              <a:t>T</a:t>
            </a:r>
            <a:r>
              <a:rPr lang="en-US" sz="1800" b="0" i="1" u="none" baseline="-25000">
                <a:solidFill>
                  <a:schemeClr val="dk1"/>
                </a:solidFill>
                <a:latin typeface="Helvetica Neue"/>
                <a:ea typeface="Helvetica Neue"/>
                <a:cs typeface="Helvetica Neue"/>
                <a:sym typeface="Helvetica Neue"/>
              </a:rPr>
              <a:t>i</a:t>
            </a:r>
            <a:r>
              <a:rPr lang="en-US" sz="1800" b="0" i="0" u="none">
                <a:solidFill>
                  <a:schemeClr val="dk1"/>
                </a:solidFill>
                <a:latin typeface="Helvetica Neue"/>
                <a:ea typeface="Helvetica Neue"/>
                <a:cs typeface="Helvetica Neue"/>
                <a:sym typeface="Helvetica Neue"/>
              </a:rPr>
              <a:t> and </a:t>
            </a:r>
            <a:r>
              <a:rPr lang="en-US" sz="1800" b="0" i="1" u="none">
                <a:solidFill>
                  <a:schemeClr val="dk1"/>
                </a:solidFill>
                <a:latin typeface="Helvetica Neue"/>
                <a:ea typeface="Helvetica Neue"/>
                <a:cs typeface="Helvetica Neue"/>
                <a:sym typeface="Helvetica Neue"/>
              </a:rPr>
              <a:t>T</a:t>
            </a:r>
            <a:r>
              <a:rPr lang="en-US" sz="1800" b="0" i="1" u="none" baseline="-25000">
                <a:solidFill>
                  <a:schemeClr val="dk1"/>
                </a:solidFill>
                <a:latin typeface="Helvetica Neue"/>
                <a:ea typeface="Helvetica Neue"/>
                <a:cs typeface="Helvetica Neue"/>
                <a:sym typeface="Helvetica Neue"/>
              </a:rPr>
              <a:t>j</a:t>
            </a:r>
            <a:r>
              <a:rPr lang="en-US" sz="1800" b="0" i="0" u="none">
                <a:solidFill>
                  <a:schemeClr val="dk1"/>
                </a:solidFill>
                <a:latin typeface="Helvetica Neue"/>
                <a:ea typeface="Helvetica Neue"/>
                <a:cs typeface="Helvetica Neue"/>
                <a:sym typeface="Helvetica Neue"/>
              </a:rPr>
              <a:t> respectively, </a:t>
            </a:r>
            <a:r>
              <a:rPr lang="en-US" sz="1800" b="1" i="0" u="none">
                <a:solidFill>
                  <a:schemeClr val="dk2"/>
                </a:solidFill>
                <a:latin typeface="Helvetica Neue"/>
                <a:ea typeface="Helvetica Neue"/>
                <a:cs typeface="Helvetica Neue"/>
                <a:sym typeface="Helvetica Neue"/>
              </a:rPr>
              <a:t>conflict</a:t>
            </a:r>
            <a:r>
              <a:rPr lang="en-US" sz="1800" b="0" i="0" u="none">
                <a:solidFill>
                  <a:schemeClr val="dk1"/>
                </a:solidFill>
                <a:latin typeface="Helvetica Neue"/>
                <a:ea typeface="Helvetica Neue"/>
                <a:cs typeface="Helvetica Neue"/>
                <a:sym typeface="Helvetica Neue"/>
              </a:rPr>
              <a:t> if and only if there exists some item </a:t>
            </a:r>
            <a:r>
              <a:rPr lang="en-US" sz="1800" b="0" i="1" u="none">
                <a:solidFill>
                  <a:schemeClr val="dk1"/>
                </a:solidFill>
                <a:latin typeface="Helvetica Neue"/>
                <a:ea typeface="Helvetica Neue"/>
                <a:cs typeface="Helvetica Neue"/>
                <a:sym typeface="Helvetica Neue"/>
              </a:rPr>
              <a:t>Q</a:t>
            </a:r>
            <a:r>
              <a:rPr lang="en-US" sz="1800" b="0" i="0" u="none">
                <a:solidFill>
                  <a:schemeClr val="dk1"/>
                </a:solidFill>
                <a:latin typeface="Helvetica Neue"/>
                <a:ea typeface="Helvetica Neue"/>
                <a:cs typeface="Helvetica Neue"/>
                <a:sym typeface="Helvetica Neue"/>
              </a:rPr>
              <a:t> accessed by both </a:t>
            </a:r>
            <a:r>
              <a:rPr lang="en-US" sz="1800" b="0" i="1" u="none">
                <a:solidFill>
                  <a:schemeClr val="dk1"/>
                </a:solidFill>
                <a:latin typeface="Helvetica Neue"/>
                <a:ea typeface="Helvetica Neue"/>
                <a:cs typeface="Helvetica Neue"/>
                <a:sym typeface="Helvetica Neue"/>
              </a:rPr>
              <a:t>l</a:t>
            </a:r>
            <a:r>
              <a:rPr lang="en-US" sz="1800" b="0" i="1" u="none" baseline="-25000">
                <a:solidFill>
                  <a:schemeClr val="dk1"/>
                </a:solidFill>
                <a:latin typeface="Helvetica Neue"/>
                <a:ea typeface="Helvetica Neue"/>
                <a:cs typeface="Helvetica Neue"/>
                <a:sym typeface="Helvetica Neue"/>
              </a:rPr>
              <a:t>i</a:t>
            </a:r>
            <a:r>
              <a:rPr lang="en-US" sz="1800" b="0" i="0" u="none">
                <a:solidFill>
                  <a:schemeClr val="dk1"/>
                </a:solidFill>
                <a:latin typeface="Helvetica Neue"/>
                <a:ea typeface="Helvetica Neue"/>
                <a:cs typeface="Helvetica Neue"/>
                <a:sym typeface="Helvetica Neue"/>
              </a:rPr>
              <a:t> and </a:t>
            </a:r>
            <a:r>
              <a:rPr lang="en-US" sz="1800" b="0" i="1" u="none">
                <a:solidFill>
                  <a:schemeClr val="dk1"/>
                </a:solidFill>
                <a:latin typeface="Helvetica Neue"/>
                <a:ea typeface="Helvetica Neue"/>
                <a:cs typeface="Helvetica Neue"/>
                <a:sym typeface="Helvetica Neue"/>
              </a:rPr>
              <a:t>l</a:t>
            </a:r>
            <a:r>
              <a:rPr lang="en-US" sz="1800" b="0" i="1" u="none" baseline="-25000">
                <a:solidFill>
                  <a:schemeClr val="dk1"/>
                </a:solidFill>
                <a:latin typeface="Helvetica Neue"/>
                <a:ea typeface="Helvetica Neue"/>
                <a:cs typeface="Helvetica Neue"/>
                <a:sym typeface="Helvetica Neue"/>
              </a:rPr>
              <a:t>j</a:t>
            </a:r>
            <a:r>
              <a:rPr lang="en-US" sz="1800" b="0" i="0" u="none">
                <a:solidFill>
                  <a:schemeClr val="dk1"/>
                </a:solidFill>
                <a:latin typeface="Helvetica Neue"/>
                <a:ea typeface="Helvetica Neue"/>
                <a:cs typeface="Helvetica Neue"/>
                <a:sym typeface="Helvetica Neue"/>
              </a:rPr>
              <a:t>, and at least one of these instructions wrote </a:t>
            </a:r>
            <a:r>
              <a:rPr lang="en-US" sz="1800" b="0" i="1" u="none">
                <a:solidFill>
                  <a:schemeClr val="dk1"/>
                </a:solidFill>
                <a:latin typeface="Helvetica Neue"/>
                <a:ea typeface="Helvetica Neue"/>
                <a:cs typeface="Helvetica Neue"/>
                <a:sym typeface="Helvetica Neue"/>
              </a:rPr>
              <a:t>Q.</a:t>
            </a:r>
            <a:endParaRPr sz="1800" b="0" i="0" u="none">
              <a:solidFill>
                <a:schemeClr val="dk1"/>
              </a:solidFill>
              <a:latin typeface="Helvetica Neue"/>
              <a:ea typeface="Helvetica Neue"/>
              <a:cs typeface="Helvetica Neue"/>
              <a:sym typeface="Helvetica Neue"/>
            </a:endParaRPr>
          </a:p>
          <a:p>
            <a:pPr marL="342900" lvl="0" indent="-342900" algn="l" rtl="0">
              <a:lnSpc>
                <a:spcPct val="100000"/>
              </a:lnSpc>
              <a:spcBef>
                <a:spcPts val="630"/>
              </a:spcBef>
              <a:spcAft>
                <a:spcPts val="0"/>
              </a:spcAft>
              <a:buSzPts val="1620"/>
              <a:buNone/>
            </a:pPr>
            <a:r>
              <a:rPr lang="en-US" sz="1800" b="0" i="0" u="none">
                <a:solidFill>
                  <a:schemeClr val="dk1"/>
                </a:solidFill>
                <a:latin typeface="Helvetica Neue"/>
                <a:ea typeface="Helvetica Neue"/>
                <a:cs typeface="Helvetica Neue"/>
                <a:sym typeface="Helvetica Neue"/>
              </a:rPr>
              <a:t>	   1. </a:t>
            </a:r>
            <a:r>
              <a:rPr lang="en-US" sz="1800" b="0" i="1" u="none">
                <a:solidFill>
                  <a:schemeClr val="dk1"/>
                </a:solidFill>
                <a:latin typeface="Helvetica Neue"/>
                <a:ea typeface="Helvetica Neue"/>
                <a:cs typeface="Helvetica Neue"/>
                <a:sym typeface="Helvetica Neue"/>
              </a:rPr>
              <a:t>l</a:t>
            </a:r>
            <a:r>
              <a:rPr lang="en-US" sz="1800" b="0" i="1" u="none" baseline="-25000">
                <a:solidFill>
                  <a:schemeClr val="dk1"/>
                </a:solidFill>
                <a:latin typeface="Helvetica Neue"/>
                <a:ea typeface="Helvetica Neue"/>
                <a:cs typeface="Helvetica Neue"/>
                <a:sym typeface="Helvetica Neue"/>
              </a:rPr>
              <a:t>i</a:t>
            </a:r>
            <a:r>
              <a:rPr lang="en-US" sz="1800" b="0" i="0" u="none">
                <a:solidFill>
                  <a:schemeClr val="dk1"/>
                </a:solidFill>
                <a:latin typeface="Helvetica Neue"/>
                <a:ea typeface="Helvetica Neue"/>
                <a:cs typeface="Helvetica Neue"/>
                <a:sym typeface="Helvetica Neue"/>
              </a:rPr>
              <a:t> = </a:t>
            </a:r>
            <a:r>
              <a:rPr lang="en-US" sz="1800" b="1" i="0" u="none">
                <a:solidFill>
                  <a:schemeClr val="dk1"/>
                </a:solidFill>
                <a:latin typeface="Helvetica Neue"/>
                <a:ea typeface="Helvetica Neue"/>
                <a:cs typeface="Helvetica Neue"/>
                <a:sym typeface="Helvetica Neue"/>
              </a:rPr>
              <a:t>read</a:t>
            </a:r>
            <a:r>
              <a:rPr lang="en-US" sz="1800" b="0" i="0" u="none">
                <a:solidFill>
                  <a:schemeClr val="dk1"/>
                </a:solidFill>
                <a:latin typeface="Helvetica Neue"/>
                <a:ea typeface="Helvetica Neue"/>
                <a:cs typeface="Helvetica Neue"/>
                <a:sym typeface="Helvetica Neue"/>
              </a:rPr>
              <a:t>(</a:t>
            </a:r>
            <a:r>
              <a:rPr lang="en-US" sz="1800" b="0" i="1" u="none">
                <a:solidFill>
                  <a:schemeClr val="dk1"/>
                </a:solidFill>
                <a:latin typeface="Helvetica Neue"/>
                <a:ea typeface="Helvetica Neue"/>
                <a:cs typeface="Helvetica Neue"/>
                <a:sym typeface="Helvetica Neue"/>
              </a:rPr>
              <a:t>Q), l</a:t>
            </a:r>
            <a:r>
              <a:rPr lang="en-US" sz="1800" b="0" i="1" u="none" baseline="-25000">
                <a:solidFill>
                  <a:schemeClr val="dk1"/>
                </a:solidFill>
                <a:latin typeface="Helvetica Neue"/>
                <a:ea typeface="Helvetica Neue"/>
                <a:cs typeface="Helvetica Neue"/>
                <a:sym typeface="Helvetica Neue"/>
              </a:rPr>
              <a:t>j</a:t>
            </a:r>
            <a:r>
              <a:rPr lang="en-US" sz="1800" b="0" i="1" u="none">
                <a:solidFill>
                  <a:schemeClr val="dk1"/>
                </a:solidFill>
                <a:latin typeface="Helvetica Neue"/>
                <a:ea typeface="Helvetica Neue"/>
                <a:cs typeface="Helvetica Neue"/>
                <a:sym typeface="Helvetica Neue"/>
              </a:rPr>
              <a:t> = </a:t>
            </a:r>
            <a:r>
              <a:rPr lang="en-US" sz="1800" b="1" i="0" u="none">
                <a:solidFill>
                  <a:schemeClr val="dk1"/>
                </a:solidFill>
                <a:latin typeface="Helvetica Neue"/>
                <a:ea typeface="Helvetica Neue"/>
                <a:cs typeface="Helvetica Neue"/>
                <a:sym typeface="Helvetica Neue"/>
              </a:rPr>
              <a:t>read</a:t>
            </a:r>
            <a:r>
              <a:rPr lang="en-US" sz="1800" b="0" i="0" u="none">
                <a:solidFill>
                  <a:schemeClr val="dk1"/>
                </a:solidFill>
                <a:latin typeface="Helvetica Neue"/>
                <a:ea typeface="Helvetica Neue"/>
                <a:cs typeface="Helvetica Neue"/>
                <a:sym typeface="Helvetica Neue"/>
              </a:rPr>
              <a:t>(</a:t>
            </a:r>
            <a:r>
              <a:rPr lang="en-US" sz="1800" b="0" i="1" u="none">
                <a:solidFill>
                  <a:schemeClr val="dk1"/>
                </a:solidFill>
                <a:latin typeface="Helvetica Neue"/>
                <a:ea typeface="Helvetica Neue"/>
                <a:cs typeface="Helvetica Neue"/>
                <a:sym typeface="Helvetica Neue"/>
              </a:rPr>
              <a:t>Q</a:t>
            </a:r>
            <a:r>
              <a:rPr lang="en-US" sz="1800" b="0" i="0" u="none">
                <a:solidFill>
                  <a:schemeClr val="dk1"/>
                </a:solidFill>
                <a:latin typeface="Helvetica Neue"/>
                <a:ea typeface="Helvetica Neue"/>
                <a:cs typeface="Helvetica Neue"/>
                <a:sym typeface="Helvetica Neue"/>
              </a:rPr>
              <a:t>).   </a:t>
            </a:r>
            <a:r>
              <a:rPr lang="en-US" sz="1800" b="0" i="1" u="none">
                <a:solidFill>
                  <a:schemeClr val="dk1"/>
                </a:solidFill>
                <a:latin typeface="Helvetica Neue"/>
                <a:ea typeface="Helvetica Neue"/>
                <a:cs typeface="Helvetica Neue"/>
                <a:sym typeface="Helvetica Neue"/>
              </a:rPr>
              <a:t>l</a:t>
            </a:r>
            <a:r>
              <a:rPr lang="en-US" sz="1800" b="0" i="1" u="none" baseline="-25000">
                <a:solidFill>
                  <a:schemeClr val="dk1"/>
                </a:solidFill>
                <a:latin typeface="Helvetica Neue"/>
                <a:ea typeface="Helvetica Neue"/>
                <a:cs typeface="Helvetica Neue"/>
                <a:sym typeface="Helvetica Neue"/>
              </a:rPr>
              <a:t>i</a:t>
            </a:r>
            <a:r>
              <a:rPr lang="en-US" sz="1800" b="0" i="0" u="none">
                <a:solidFill>
                  <a:schemeClr val="dk1"/>
                </a:solidFill>
                <a:latin typeface="Helvetica Neue"/>
                <a:ea typeface="Helvetica Neue"/>
                <a:cs typeface="Helvetica Neue"/>
                <a:sym typeface="Helvetica Neue"/>
              </a:rPr>
              <a:t> and </a:t>
            </a:r>
            <a:r>
              <a:rPr lang="en-US" sz="1800" b="0" i="1" u="none">
                <a:solidFill>
                  <a:schemeClr val="dk1"/>
                </a:solidFill>
                <a:latin typeface="Helvetica Neue"/>
                <a:ea typeface="Helvetica Neue"/>
                <a:cs typeface="Helvetica Neue"/>
                <a:sym typeface="Helvetica Neue"/>
              </a:rPr>
              <a:t>l</a:t>
            </a:r>
            <a:r>
              <a:rPr lang="en-US" sz="1800" b="0" i="1" u="none" baseline="-25000">
                <a:solidFill>
                  <a:schemeClr val="dk1"/>
                </a:solidFill>
                <a:latin typeface="Helvetica Neue"/>
                <a:ea typeface="Helvetica Neue"/>
                <a:cs typeface="Helvetica Neue"/>
                <a:sym typeface="Helvetica Neue"/>
              </a:rPr>
              <a:t>j</a:t>
            </a:r>
            <a:r>
              <a:rPr lang="en-US" sz="1800" b="0" i="1" u="none">
                <a:solidFill>
                  <a:schemeClr val="dk1"/>
                </a:solidFill>
                <a:latin typeface="Helvetica Neue"/>
                <a:ea typeface="Helvetica Neue"/>
                <a:cs typeface="Helvetica Neue"/>
                <a:sym typeface="Helvetica Neue"/>
              </a:rPr>
              <a:t> </a:t>
            </a:r>
            <a:r>
              <a:rPr lang="en-US" sz="1800" b="0" i="0" u="none">
                <a:solidFill>
                  <a:schemeClr val="dk1"/>
                </a:solidFill>
                <a:latin typeface="Helvetica Neue"/>
                <a:ea typeface="Helvetica Neue"/>
                <a:cs typeface="Helvetica Neue"/>
                <a:sym typeface="Helvetica Neue"/>
              </a:rPr>
              <a:t>don’t conflict.</a:t>
            </a:r>
            <a:br>
              <a:rPr lang="en-US" sz="1800" b="0" i="0" u="none">
                <a:solidFill>
                  <a:schemeClr val="dk1"/>
                </a:solidFill>
                <a:latin typeface="Helvetica Neue"/>
                <a:ea typeface="Helvetica Neue"/>
                <a:cs typeface="Helvetica Neue"/>
                <a:sym typeface="Helvetica Neue"/>
              </a:rPr>
            </a:br>
            <a:r>
              <a:rPr lang="en-US" sz="1800" b="0" i="0" u="none">
                <a:solidFill>
                  <a:schemeClr val="dk1"/>
                </a:solidFill>
                <a:latin typeface="Helvetica Neue"/>
                <a:ea typeface="Helvetica Neue"/>
                <a:cs typeface="Helvetica Neue"/>
                <a:sym typeface="Helvetica Neue"/>
              </a:rPr>
              <a:t>   2. </a:t>
            </a:r>
            <a:r>
              <a:rPr lang="en-US" sz="1800" b="0" i="1" u="none">
                <a:solidFill>
                  <a:schemeClr val="dk1"/>
                </a:solidFill>
                <a:latin typeface="Helvetica Neue"/>
                <a:ea typeface="Helvetica Neue"/>
                <a:cs typeface="Helvetica Neue"/>
                <a:sym typeface="Helvetica Neue"/>
              </a:rPr>
              <a:t>l</a:t>
            </a:r>
            <a:r>
              <a:rPr lang="en-US" sz="1800" b="0" i="1" u="none" baseline="-25000">
                <a:solidFill>
                  <a:schemeClr val="dk1"/>
                </a:solidFill>
                <a:latin typeface="Helvetica Neue"/>
                <a:ea typeface="Helvetica Neue"/>
                <a:cs typeface="Helvetica Neue"/>
                <a:sym typeface="Helvetica Neue"/>
              </a:rPr>
              <a:t>i</a:t>
            </a:r>
            <a:r>
              <a:rPr lang="en-US" sz="1800" b="0" i="0" u="none">
                <a:solidFill>
                  <a:schemeClr val="dk1"/>
                </a:solidFill>
                <a:latin typeface="Helvetica Neue"/>
                <a:ea typeface="Helvetica Neue"/>
                <a:cs typeface="Helvetica Neue"/>
                <a:sym typeface="Helvetica Neue"/>
              </a:rPr>
              <a:t> = </a:t>
            </a:r>
            <a:r>
              <a:rPr lang="en-US" sz="1800" b="1" i="0" u="none">
                <a:solidFill>
                  <a:schemeClr val="dk1"/>
                </a:solidFill>
                <a:latin typeface="Helvetica Neue"/>
                <a:ea typeface="Helvetica Neue"/>
                <a:cs typeface="Helvetica Neue"/>
                <a:sym typeface="Helvetica Neue"/>
              </a:rPr>
              <a:t>read</a:t>
            </a:r>
            <a:r>
              <a:rPr lang="en-US" sz="1800" b="0" i="0" u="none">
                <a:solidFill>
                  <a:schemeClr val="dk1"/>
                </a:solidFill>
                <a:latin typeface="Helvetica Neue"/>
                <a:ea typeface="Helvetica Neue"/>
                <a:cs typeface="Helvetica Neue"/>
                <a:sym typeface="Helvetica Neue"/>
              </a:rPr>
              <a:t>(</a:t>
            </a:r>
            <a:r>
              <a:rPr lang="en-US" sz="1800" b="0" i="1" u="none">
                <a:solidFill>
                  <a:schemeClr val="dk1"/>
                </a:solidFill>
                <a:latin typeface="Helvetica Neue"/>
                <a:ea typeface="Helvetica Neue"/>
                <a:cs typeface="Helvetica Neue"/>
                <a:sym typeface="Helvetica Neue"/>
              </a:rPr>
              <a:t>Q),  l</a:t>
            </a:r>
            <a:r>
              <a:rPr lang="en-US" sz="1800" b="0" i="1" u="none" baseline="-25000">
                <a:solidFill>
                  <a:schemeClr val="dk1"/>
                </a:solidFill>
                <a:latin typeface="Helvetica Neue"/>
                <a:ea typeface="Helvetica Neue"/>
                <a:cs typeface="Helvetica Neue"/>
                <a:sym typeface="Helvetica Neue"/>
              </a:rPr>
              <a:t>j</a:t>
            </a:r>
            <a:r>
              <a:rPr lang="en-US" sz="1800" b="0" i="1" u="none">
                <a:solidFill>
                  <a:schemeClr val="dk1"/>
                </a:solidFill>
                <a:latin typeface="Helvetica Neue"/>
                <a:ea typeface="Helvetica Neue"/>
                <a:cs typeface="Helvetica Neue"/>
                <a:sym typeface="Helvetica Neue"/>
              </a:rPr>
              <a:t> = </a:t>
            </a:r>
            <a:r>
              <a:rPr lang="en-US" sz="1800" b="1" i="0" u="none">
                <a:solidFill>
                  <a:schemeClr val="dk1"/>
                </a:solidFill>
                <a:latin typeface="Helvetica Neue"/>
                <a:ea typeface="Helvetica Neue"/>
                <a:cs typeface="Helvetica Neue"/>
                <a:sym typeface="Helvetica Neue"/>
              </a:rPr>
              <a:t>write</a:t>
            </a:r>
            <a:r>
              <a:rPr lang="en-US" sz="1800" b="0" i="0" u="none">
                <a:solidFill>
                  <a:schemeClr val="dk1"/>
                </a:solidFill>
                <a:latin typeface="Helvetica Neue"/>
                <a:ea typeface="Helvetica Neue"/>
                <a:cs typeface="Helvetica Neue"/>
                <a:sym typeface="Helvetica Neue"/>
              </a:rPr>
              <a:t>(</a:t>
            </a:r>
            <a:r>
              <a:rPr lang="en-US" sz="1800" b="0" i="1" u="none">
                <a:solidFill>
                  <a:schemeClr val="dk1"/>
                </a:solidFill>
                <a:latin typeface="Helvetica Neue"/>
                <a:ea typeface="Helvetica Neue"/>
                <a:cs typeface="Helvetica Neue"/>
                <a:sym typeface="Helvetica Neue"/>
              </a:rPr>
              <a:t>Q</a:t>
            </a:r>
            <a:r>
              <a:rPr lang="en-US" sz="1800" b="0" i="0" u="none">
                <a:solidFill>
                  <a:schemeClr val="dk1"/>
                </a:solidFill>
                <a:latin typeface="Helvetica Neue"/>
                <a:ea typeface="Helvetica Neue"/>
                <a:cs typeface="Helvetica Neue"/>
                <a:sym typeface="Helvetica Neue"/>
              </a:rPr>
              <a:t>).  They conflict.</a:t>
            </a:r>
            <a:br>
              <a:rPr lang="en-US" sz="1800" b="0" i="0" u="none">
                <a:solidFill>
                  <a:schemeClr val="dk1"/>
                </a:solidFill>
                <a:latin typeface="Helvetica Neue"/>
                <a:ea typeface="Helvetica Neue"/>
                <a:cs typeface="Helvetica Neue"/>
                <a:sym typeface="Helvetica Neue"/>
              </a:rPr>
            </a:br>
            <a:r>
              <a:rPr lang="en-US" sz="1800" b="0" i="0" u="none">
                <a:solidFill>
                  <a:schemeClr val="dk1"/>
                </a:solidFill>
                <a:latin typeface="Helvetica Neue"/>
                <a:ea typeface="Helvetica Neue"/>
                <a:cs typeface="Helvetica Neue"/>
                <a:sym typeface="Helvetica Neue"/>
              </a:rPr>
              <a:t>   3. </a:t>
            </a:r>
            <a:r>
              <a:rPr lang="en-US" sz="1800" b="0" i="1" u="none">
                <a:solidFill>
                  <a:schemeClr val="dk1"/>
                </a:solidFill>
                <a:latin typeface="Helvetica Neue"/>
                <a:ea typeface="Helvetica Neue"/>
                <a:cs typeface="Helvetica Neue"/>
                <a:sym typeface="Helvetica Neue"/>
              </a:rPr>
              <a:t>l</a:t>
            </a:r>
            <a:r>
              <a:rPr lang="en-US" sz="1800" b="0" i="1" u="none" baseline="-25000">
                <a:solidFill>
                  <a:schemeClr val="dk1"/>
                </a:solidFill>
                <a:latin typeface="Helvetica Neue"/>
                <a:ea typeface="Helvetica Neue"/>
                <a:cs typeface="Helvetica Neue"/>
                <a:sym typeface="Helvetica Neue"/>
              </a:rPr>
              <a:t>i</a:t>
            </a:r>
            <a:r>
              <a:rPr lang="en-US" sz="1800" b="0" i="0" u="none">
                <a:solidFill>
                  <a:schemeClr val="dk1"/>
                </a:solidFill>
                <a:latin typeface="Helvetica Neue"/>
                <a:ea typeface="Helvetica Neue"/>
                <a:cs typeface="Helvetica Neue"/>
                <a:sym typeface="Helvetica Neue"/>
              </a:rPr>
              <a:t> = </a:t>
            </a:r>
            <a:r>
              <a:rPr lang="en-US" sz="1800" b="1" i="0" u="none">
                <a:solidFill>
                  <a:schemeClr val="dk1"/>
                </a:solidFill>
                <a:latin typeface="Helvetica Neue"/>
                <a:ea typeface="Helvetica Neue"/>
                <a:cs typeface="Helvetica Neue"/>
                <a:sym typeface="Helvetica Neue"/>
              </a:rPr>
              <a:t>write</a:t>
            </a:r>
            <a:r>
              <a:rPr lang="en-US" sz="1800" b="0" i="0" u="none">
                <a:solidFill>
                  <a:schemeClr val="dk1"/>
                </a:solidFill>
                <a:latin typeface="Helvetica Neue"/>
                <a:ea typeface="Helvetica Neue"/>
                <a:cs typeface="Helvetica Neue"/>
                <a:sym typeface="Helvetica Neue"/>
              </a:rPr>
              <a:t>(</a:t>
            </a:r>
            <a:r>
              <a:rPr lang="en-US" sz="1800" b="0" i="1" u="none">
                <a:solidFill>
                  <a:schemeClr val="dk1"/>
                </a:solidFill>
                <a:latin typeface="Helvetica Neue"/>
                <a:ea typeface="Helvetica Neue"/>
                <a:cs typeface="Helvetica Neue"/>
                <a:sym typeface="Helvetica Neue"/>
              </a:rPr>
              <a:t>Q), l</a:t>
            </a:r>
            <a:r>
              <a:rPr lang="en-US" sz="1800" b="0" i="1" u="none" baseline="-25000">
                <a:solidFill>
                  <a:schemeClr val="dk1"/>
                </a:solidFill>
                <a:latin typeface="Helvetica Neue"/>
                <a:ea typeface="Helvetica Neue"/>
                <a:cs typeface="Helvetica Neue"/>
                <a:sym typeface="Helvetica Neue"/>
              </a:rPr>
              <a:t>j</a:t>
            </a:r>
            <a:r>
              <a:rPr lang="en-US" sz="1800" b="0" i="1" u="none">
                <a:solidFill>
                  <a:schemeClr val="dk1"/>
                </a:solidFill>
                <a:latin typeface="Helvetica Neue"/>
                <a:ea typeface="Helvetica Neue"/>
                <a:cs typeface="Helvetica Neue"/>
                <a:sym typeface="Helvetica Neue"/>
              </a:rPr>
              <a:t> = </a:t>
            </a:r>
            <a:r>
              <a:rPr lang="en-US" sz="1800" b="1" i="0" u="none">
                <a:solidFill>
                  <a:schemeClr val="dk1"/>
                </a:solidFill>
                <a:latin typeface="Helvetica Neue"/>
                <a:ea typeface="Helvetica Neue"/>
                <a:cs typeface="Helvetica Neue"/>
                <a:sym typeface="Helvetica Neue"/>
              </a:rPr>
              <a:t>read</a:t>
            </a:r>
            <a:r>
              <a:rPr lang="en-US" sz="1800" b="0" i="0" u="none">
                <a:solidFill>
                  <a:schemeClr val="dk1"/>
                </a:solidFill>
                <a:latin typeface="Helvetica Neue"/>
                <a:ea typeface="Helvetica Neue"/>
                <a:cs typeface="Helvetica Neue"/>
                <a:sym typeface="Helvetica Neue"/>
              </a:rPr>
              <a:t>(</a:t>
            </a:r>
            <a:r>
              <a:rPr lang="en-US" sz="1800" b="0" i="1" u="none">
                <a:solidFill>
                  <a:schemeClr val="dk1"/>
                </a:solidFill>
                <a:latin typeface="Helvetica Neue"/>
                <a:ea typeface="Helvetica Neue"/>
                <a:cs typeface="Helvetica Neue"/>
                <a:sym typeface="Helvetica Neue"/>
              </a:rPr>
              <a:t>Q</a:t>
            </a:r>
            <a:r>
              <a:rPr lang="en-US" sz="1800" b="0" i="0" u="none">
                <a:solidFill>
                  <a:schemeClr val="dk1"/>
                </a:solidFill>
                <a:latin typeface="Helvetica Neue"/>
                <a:ea typeface="Helvetica Neue"/>
                <a:cs typeface="Helvetica Neue"/>
                <a:sym typeface="Helvetica Neue"/>
              </a:rPr>
              <a:t>).   They conflict</a:t>
            </a:r>
            <a:br>
              <a:rPr lang="en-US" sz="1800" b="0" i="0" u="none">
                <a:solidFill>
                  <a:schemeClr val="dk1"/>
                </a:solidFill>
                <a:latin typeface="Helvetica Neue"/>
                <a:ea typeface="Helvetica Neue"/>
                <a:cs typeface="Helvetica Neue"/>
                <a:sym typeface="Helvetica Neue"/>
              </a:rPr>
            </a:br>
            <a:r>
              <a:rPr lang="en-US" sz="1800" b="0" i="0" u="none">
                <a:solidFill>
                  <a:schemeClr val="dk1"/>
                </a:solidFill>
                <a:latin typeface="Helvetica Neue"/>
                <a:ea typeface="Helvetica Neue"/>
                <a:cs typeface="Helvetica Neue"/>
                <a:sym typeface="Helvetica Neue"/>
              </a:rPr>
              <a:t>   4. </a:t>
            </a:r>
            <a:r>
              <a:rPr lang="en-US" sz="1800" b="0" i="1" u="none">
                <a:solidFill>
                  <a:schemeClr val="dk1"/>
                </a:solidFill>
                <a:latin typeface="Helvetica Neue"/>
                <a:ea typeface="Helvetica Neue"/>
                <a:cs typeface="Helvetica Neue"/>
                <a:sym typeface="Helvetica Neue"/>
              </a:rPr>
              <a:t>l</a:t>
            </a:r>
            <a:r>
              <a:rPr lang="en-US" sz="1800" b="0" i="1" u="none" baseline="-25000">
                <a:solidFill>
                  <a:schemeClr val="dk1"/>
                </a:solidFill>
                <a:latin typeface="Helvetica Neue"/>
                <a:ea typeface="Helvetica Neue"/>
                <a:cs typeface="Helvetica Neue"/>
                <a:sym typeface="Helvetica Neue"/>
              </a:rPr>
              <a:t>i</a:t>
            </a:r>
            <a:r>
              <a:rPr lang="en-US" sz="1800" b="0" i="0" u="none">
                <a:solidFill>
                  <a:schemeClr val="dk1"/>
                </a:solidFill>
                <a:latin typeface="Helvetica Neue"/>
                <a:ea typeface="Helvetica Neue"/>
                <a:cs typeface="Helvetica Neue"/>
                <a:sym typeface="Helvetica Neue"/>
              </a:rPr>
              <a:t> = </a:t>
            </a:r>
            <a:r>
              <a:rPr lang="en-US" sz="1800" b="1" i="0" u="none">
                <a:solidFill>
                  <a:schemeClr val="dk1"/>
                </a:solidFill>
                <a:latin typeface="Helvetica Neue"/>
                <a:ea typeface="Helvetica Neue"/>
                <a:cs typeface="Helvetica Neue"/>
                <a:sym typeface="Helvetica Neue"/>
              </a:rPr>
              <a:t>write</a:t>
            </a:r>
            <a:r>
              <a:rPr lang="en-US" sz="1800" b="0" i="0" u="none">
                <a:solidFill>
                  <a:schemeClr val="dk1"/>
                </a:solidFill>
                <a:latin typeface="Helvetica Neue"/>
                <a:ea typeface="Helvetica Neue"/>
                <a:cs typeface="Helvetica Neue"/>
                <a:sym typeface="Helvetica Neue"/>
              </a:rPr>
              <a:t>(</a:t>
            </a:r>
            <a:r>
              <a:rPr lang="en-US" sz="1800" b="0" i="1" u="none">
                <a:solidFill>
                  <a:schemeClr val="dk1"/>
                </a:solidFill>
                <a:latin typeface="Helvetica Neue"/>
                <a:ea typeface="Helvetica Neue"/>
                <a:cs typeface="Helvetica Neue"/>
                <a:sym typeface="Helvetica Neue"/>
              </a:rPr>
              <a:t>Q), l</a:t>
            </a:r>
            <a:r>
              <a:rPr lang="en-US" sz="1800" b="0" i="1" u="none" baseline="-25000">
                <a:solidFill>
                  <a:schemeClr val="dk1"/>
                </a:solidFill>
                <a:latin typeface="Helvetica Neue"/>
                <a:ea typeface="Helvetica Neue"/>
                <a:cs typeface="Helvetica Neue"/>
                <a:sym typeface="Helvetica Neue"/>
              </a:rPr>
              <a:t>j</a:t>
            </a:r>
            <a:r>
              <a:rPr lang="en-US" sz="1800" b="0" i="1" u="none">
                <a:solidFill>
                  <a:schemeClr val="dk1"/>
                </a:solidFill>
                <a:latin typeface="Helvetica Neue"/>
                <a:ea typeface="Helvetica Neue"/>
                <a:cs typeface="Helvetica Neue"/>
                <a:sym typeface="Helvetica Neue"/>
              </a:rPr>
              <a:t> = </a:t>
            </a:r>
            <a:r>
              <a:rPr lang="en-US" sz="1800" b="1" i="0" u="none">
                <a:solidFill>
                  <a:schemeClr val="dk1"/>
                </a:solidFill>
                <a:latin typeface="Helvetica Neue"/>
                <a:ea typeface="Helvetica Neue"/>
                <a:cs typeface="Helvetica Neue"/>
                <a:sym typeface="Helvetica Neue"/>
              </a:rPr>
              <a:t>write</a:t>
            </a:r>
            <a:r>
              <a:rPr lang="en-US" sz="1800" b="0" i="0" u="none">
                <a:solidFill>
                  <a:schemeClr val="dk1"/>
                </a:solidFill>
                <a:latin typeface="Helvetica Neue"/>
                <a:ea typeface="Helvetica Neue"/>
                <a:cs typeface="Helvetica Neue"/>
                <a:sym typeface="Helvetica Neue"/>
              </a:rPr>
              <a:t>(</a:t>
            </a:r>
            <a:r>
              <a:rPr lang="en-US" sz="1800" b="0" i="1" u="none">
                <a:solidFill>
                  <a:schemeClr val="dk1"/>
                </a:solidFill>
                <a:latin typeface="Helvetica Neue"/>
                <a:ea typeface="Helvetica Neue"/>
                <a:cs typeface="Helvetica Neue"/>
                <a:sym typeface="Helvetica Neue"/>
              </a:rPr>
              <a:t>Q</a:t>
            </a:r>
            <a:r>
              <a:rPr lang="en-US" sz="1800" b="0" i="0" u="none">
                <a:solidFill>
                  <a:schemeClr val="dk1"/>
                </a:solidFill>
                <a:latin typeface="Helvetica Neue"/>
                <a:ea typeface="Helvetica Neue"/>
                <a:cs typeface="Helvetica Neue"/>
                <a:sym typeface="Helvetica Neue"/>
              </a:rPr>
              <a:t>).  They conflict</a:t>
            </a:r>
            <a:endParaRPr/>
          </a:p>
          <a:p>
            <a:pPr marL="342900" lvl="0" indent="-342900" algn="l" rtl="0">
              <a:lnSpc>
                <a:spcPct val="100000"/>
              </a:lnSpc>
              <a:spcBef>
                <a:spcPts val="630"/>
              </a:spcBef>
              <a:spcAft>
                <a:spcPts val="0"/>
              </a:spcAft>
              <a:buClr>
                <a:schemeClr val="dk2"/>
              </a:buClr>
              <a:buSzPts val="1620"/>
              <a:buFont typeface="Arial"/>
              <a:buChar char="●"/>
            </a:pPr>
            <a:r>
              <a:rPr lang="en-US" sz="1800" b="0" i="0" u="none">
                <a:solidFill>
                  <a:schemeClr val="dk1"/>
                </a:solidFill>
                <a:latin typeface="Helvetica Neue"/>
                <a:ea typeface="Helvetica Neue"/>
                <a:cs typeface="Helvetica Neue"/>
                <a:sym typeface="Helvetica Neue"/>
              </a:rPr>
              <a:t>Intuitively, a conflict between </a:t>
            </a:r>
            <a:r>
              <a:rPr lang="en-US" sz="1800" b="0" i="1" u="none">
                <a:solidFill>
                  <a:schemeClr val="dk1"/>
                </a:solidFill>
                <a:latin typeface="Helvetica Neue"/>
                <a:ea typeface="Helvetica Neue"/>
                <a:cs typeface="Helvetica Neue"/>
                <a:sym typeface="Helvetica Neue"/>
              </a:rPr>
              <a:t>l</a:t>
            </a:r>
            <a:r>
              <a:rPr lang="en-US" sz="1800" b="0" i="1" u="none" baseline="-25000">
                <a:solidFill>
                  <a:schemeClr val="dk1"/>
                </a:solidFill>
                <a:latin typeface="Helvetica Neue"/>
                <a:ea typeface="Helvetica Neue"/>
                <a:cs typeface="Helvetica Neue"/>
                <a:sym typeface="Helvetica Neue"/>
              </a:rPr>
              <a:t>i</a:t>
            </a:r>
            <a:r>
              <a:rPr lang="en-US" sz="1800" b="0" i="1" u="none">
                <a:solidFill>
                  <a:schemeClr val="dk1"/>
                </a:solidFill>
                <a:latin typeface="Helvetica Neue"/>
                <a:ea typeface="Helvetica Neue"/>
                <a:cs typeface="Helvetica Neue"/>
                <a:sym typeface="Helvetica Neue"/>
              </a:rPr>
              <a:t> </a:t>
            </a:r>
            <a:r>
              <a:rPr lang="en-US" sz="1800" b="0" i="0" u="none">
                <a:solidFill>
                  <a:schemeClr val="dk1"/>
                </a:solidFill>
                <a:latin typeface="Helvetica Neue"/>
                <a:ea typeface="Helvetica Neue"/>
                <a:cs typeface="Helvetica Neue"/>
                <a:sym typeface="Helvetica Neue"/>
              </a:rPr>
              <a:t>and </a:t>
            </a:r>
            <a:r>
              <a:rPr lang="en-US" sz="1800" b="0" i="1" u="none">
                <a:solidFill>
                  <a:schemeClr val="dk1"/>
                </a:solidFill>
                <a:latin typeface="Helvetica Neue"/>
                <a:ea typeface="Helvetica Neue"/>
                <a:cs typeface="Helvetica Neue"/>
                <a:sym typeface="Helvetica Neue"/>
              </a:rPr>
              <a:t>l</a:t>
            </a:r>
            <a:r>
              <a:rPr lang="en-US" sz="1800" b="0" i="1" u="none" baseline="-25000">
                <a:solidFill>
                  <a:schemeClr val="dk1"/>
                </a:solidFill>
                <a:latin typeface="Helvetica Neue"/>
                <a:ea typeface="Helvetica Neue"/>
                <a:cs typeface="Helvetica Neue"/>
                <a:sym typeface="Helvetica Neue"/>
              </a:rPr>
              <a:t>j</a:t>
            </a:r>
            <a:r>
              <a:rPr lang="en-US" sz="1800" b="0" i="0" u="none">
                <a:solidFill>
                  <a:schemeClr val="dk1"/>
                </a:solidFill>
                <a:latin typeface="Helvetica Neue"/>
                <a:ea typeface="Helvetica Neue"/>
                <a:cs typeface="Helvetica Neue"/>
                <a:sym typeface="Helvetica Neue"/>
              </a:rPr>
              <a:t> forces a (logical) temporal order between them.  </a:t>
            </a:r>
            <a:endParaRPr/>
          </a:p>
          <a:p>
            <a:pPr marL="742950" lvl="1" indent="-285750" algn="l" rtl="0">
              <a:lnSpc>
                <a:spcPct val="100000"/>
              </a:lnSpc>
              <a:spcBef>
                <a:spcPts val="630"/>
              </a:spcBef>
              <a:spcAft>
                <a:spcPts val="0"/>
              </a:spcAft>
              <a:buClr>
                <a:schemeClr val="hlink"/>
              </a:buClr>
              <a:buSzPts val="1440"/>
              <a:buFont typeface="Arial"/>
              <a:buChar char="●"/>
            </a:pPr>
            <a:r>
              <a:rPr lang="en-US" sz="1800" b="0" i="0" u="none">
                <a:solidFill>
                  <a:schemeClr val="dk1"/>
                </a:solidFill>
                <a:latin typeface="Helvetica Neue"/>
                <a:ea typeface="Helvetica Neue"/>
                <a:cs typeface="Helvetica Neue"/>
                <a:sym typeface="Helvetica Neue"/>
              </a:rPr>
              <a:t> If </a:t>
            </a:r>
            <a:r>
              <a:rPr lang="en-US" sz="1800" b="0" i="1" u="none">
                <a:solidFill>
                  <a:schemeClr val="dk1"/>
                </a:solidFill>
                <a:latin typeface="Helvetica Neue"/>
                <a:ea typeface="Helvetica Neue"/>
                <a:cs typeface="Helvetica Neue"/>
                <a:sym typeface="Helvetica Neue"/>
              </a:rPr>
              <a:t>l</a:t>
            </a:r>
            <a:r>
              <a:rPr lang="en-US" sz="1800" b="0" i="1" u="none" baseline="-25000">
                <a:solidFill>
                  <a:schemeClr val="dk1"/>
                </a:solidFill>
                <a:latin typeface="Helvetica Neue"/>
                <a:ea typeface="Helvetica Neue"/>
                <a:cs typeface="Helvetica Neue"/>
                <a:sym typeface="Helvetica Neue"/>
              </a:rPr>
              <a:t>i</a:t>
            </a:r>
            <a:r>
              <a:rPr lang="en-US" sz="1800" b="0" i="0" u="none">
                <a:solidFill>
                  <a:schemeClr val="dk1"/>
                </a:solidFill>
                <a:latin typeface="Helvetica Neue"/>
                <a:ea typeface="Helvetica Neue"/>
                <a:cs typeface="Helvetica Neue"/>
                <a:sym typeface="Helvetica Neue"/>
              </a:rPr>
              <a:t> and </a:t>
            </a:r>
            <a:r>
              <a:rPr lang="en-US" sz="1800" b="0" i="1" u="none">
                <a:solidFill>
                  <a:schemeClr val="dk1"/>
                </a:solidFill>
                <a:latin typeface="Helvetica Neue"/>
                <a:ea typeface="Helvetica Neue"/>
                <a:cs typeface="Helvetica Neue"/>
                <a:sym typeface="Helvetica Neue"/>
              </a:rPr>
              <a:t>l</a:t>
            </a:r>
            <a:r>
              <a:rPr lang="en-US" sz="1800" b="0" i="1" u="none" baseline="-25000">
                <a:solidFill>
                  <a:schemeClr val="dk1"/>
                </a:solidFill>
                <a:latin typeface="Helvetica Neue"/>
                <a:ea typeface="Helvetica Neue"/>
                <a:cs typeface="Helvetica Neue"/>
                <a:sym typeface="Helvetica Neue"/>
              </a:rPr>
              <a:t>j</a:t>
            </a:r>
            <a:r>
              <a:rPr lang="en-US" sz="1800" b="0" i="0" u="none">
                <a:solidFill>
                  <a:schemeClr val="dk1"/>
                </a:solidFill>
                <a:latin typeface="Helvetica Neue"/>
                <a:ea typeface="Helvetica Neue"/>
                <a:cs typeface="Helvetica Neue"/>
                <a:sym typeface="Helvetica Neue"/>
              </a:rPr>
              <a:t> are consecutive in a schedule and they do not conflict, their results would remain the same even if they had been interchanged in the schedule.</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33"/>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Conflict Serializability</a:t>
            </a:r>
            <a:endParaRPr/>
          </a:p>
        </p:txBody>
      </p:sp>
      <p:sp>
        <p:nvSpPr>
          <p:cNvPr id="221" name="Google Shape;221;p33"/>
          <p:cNvSpPr txBox="1">
            <a:spLocks noGrp="1"/>
          </p:cNvSpPr>
          <p:nvPr>
            <p:ph type="body" idx="1"/>
          </p:nvPr>
        </p:nvSpPr>
        <p:spPr>
          <a:xfrm>
            <a:off x="914400" y="1106487"/>
            <a:ext cx="7623175" cy="4275137"/>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62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If a schedule </a:t>
            </a:r>
            <a:r>
              <a:rPr lang="en-US" sz="1800" b="0" i="1" u="none" dirty="0">
                <a:solidFill>
                  <a:schemeClr val="dk1"/>
                </a:solidFill>
                <a:highlight>
                  <a:srgbClr val="FFFF00"/>
                </a:highlight>
                <a:latin typeface="Helvetica Neue"/>
                <a:ea typeface="Helvetica Neue"/>
                <a:cs typeface="Helvetica Neue"/>
                <a:sym typeface="Helvetica Neue"/>
              </a:rPr>
              <a:t>S</a:t>
            </a:r>
            <a:r>
              <a:rPr lang="en-US" sz="1800" b="0" i="0" u="none" dirty="0">
                <a:solidFill>
                  <a:schemeClr val="dk1"/>
                </a:solidFill>
                <a:highlight>
                  <a:srgbClr val="FFFF00"/>
                </a:highlight>
                <a:latin typeface="Helvetica Neue"/>
                <a:ea typeface="Helvetica Neue"/>
                <a:cs typeface="Helvetica Neue"/>
                <a:sym typeface="Helvetica Neue"/>
              </a:rPr>
              <a:t> can be transformed into a schedule </a:t>
            </a:r>
            <a:r>
              <a:rPr lang="en-US" sz="1800" b="0" i="1" u="none" dirty="0">
                <a:solidFill>
                  <a:schemeClr val="dk1"/>
                </a:solidFill>
                <a:highlight>
                  <a:srgbClr val="FFFF00"/>
                </a:highlight>
                <a:latin typeface="Helvetica Neue"/>
                <a:ea typeface="Helvetica Neue"/>
                <a:cs typeface="Helvetica Neue"/>
                <a:sym typeface="Helvetica Neue"/>
              </a:rPr>
              <a:t>S´ </a:t>
            </a:r>
            <a:r>
              <a:rPr lang="en-US" sz="1800" b="0" i="0" u="none" dirty="0">
                <a:solidFill>
                  <a:schemeClr val="dk1"/>
                </a:solidFill>
                <a:highlight>
                  <a:srgbClr val="FFFF00"/>
                </a:highlight>
                <a:latin typeface="Helvetica Neue"/>
                <a:ea typeface="Helvetica Neue"/>
                <a:cs typeface="Helvetica Neue"/>
                <a:sym typeface="Helvetica Neue"/>
              </a:rPr>
              <a:t>by a series of swaps of non-conflicting instructions, we say that </a:t>
            </a:r>
            <a:r>
              <a:rPr lang="en-US" sz="1800" b="0" i="1" u="none" dirty="0">
                <a:solidFill>
                  <a:schemeClr val="dk1"/>
                </a:solidFill>
                <a:highlight>
                  <a:srgbClr val="FFFF00"/>
                </a:highlight>
                <a:latin typeface="Helvetica Neue"/>
                <a:ea typeface="Helvetica Neue"/>
                <a:cs typeface="Helvetica Neue"/>
                <a:sym typeface="Helvetica Neue"/>
              </a:rPr>
              <a:t>S</a:t>
            </a:r>
            <a:r>
              <a:rPr lang="en-US" sz="1800" b="0" i="0" u="none" dirty="0">
                <a:solidFill>
                  <a:schemeClr val="dk1"/>
                </a:solidFill>
                <a:highlight>
                  <a:srgbClr val="FFFF00"/>
                </a:highlight>
                <a:latin typeface="Helvetica Neue"/>
                <a:ea typeface="Helvetica Neue"/>
                <a:cs typeface="Helvetica Neue"/>
                <a:sym typeface="Helvetica Neue"/>
              </a:rPr>
              <a:t> and </a:t>
            </a:r>
            <a:r>
              <a:rPr lang="en-US" sz="1800" b="0" i="1" u="none" dirty="0">
                <a:solidFill>
                  <a:schemeClr val="dk1"/>
                </a:solidFill>
                <a:highlight>
                  <a:srgbClr val="FFFF00"/>
                </a:highlight>
                <a:latin typeface="Helvetica Neue"/>
                <a:ea typeface="Helvetica Neue"/>
                <a:cs typeface="Helvetica Neue"/>
                <a:sym typeface="Helvetica Neue"/>
              </a:rPr>
              <a:t>S´ </a:t>
            </a:r>
            <a:r>
              <a:rPr lang="en-US" sz="1800" b="0" i="0" u="none" dirty="0">
                <a:solidFill>
                  <a:schemeClr val="dk1"/>
                </a:solidFill>
                <a:highlight>
                  <a:srgbClr val="FFFF00"/>
                </a:highlight>
                <a:latin typeface="Helvetica Neue"/>
                <a:ea typeface="Helvetica Neue"/>
                <a:cs typeface="Helvetica Neue"/>
                <a:sym typeface="Helvetica Neue"/>
              </a:rPr>
              <a:t>are </a:t>
            </a:r>
            <a:r>
              <a:rPr lang="en-US" sz="1800" b="1" i="0" u="none" dirty="0">
                <a:solidFill>
                  <a:schemeClr val="dk2"/>
                </a:solidFill>
                <a:highlight>
                  <a:srgbClr val="FFFF00"/>
                </a:highlight>
                <a:latin typeface="Helvetica Neue"/>
                <a:ea typeface="Helvetica Neue"/>
                <a:cs typeface="Helvetica Neue"/>
                <a:sym typeface="Helvetica Neue"/>
              </a:rPr>
              <a:t>conflict equivalent</a:t>
            </a:r>
            <a:r>
              <a:rPr lang="en-US" sz="1800" b="0" i="1" u="none" dirty="0">
                <a:solidFill>
                  <a:schemeClr val="dk1"/>
                </a:solidFill>
                <a:highlight>
                  <a:srgbClr val="FFFF00"/>
                </a:highlight>
                <a:latin typeface="Helvetica Neue"/>
                <a:ea typeface="Helvetica Neue"/>
                <a:cs typeface="Helvetica Neue"/>
                <a:sym typeface="Helvetica Neue"/>
              </a:rPr>
              <a:t>.</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latin typeface="Helvetica Neue"/>
                <a:ea typeface="Helvetica Neue"/>
                <a:cs typeface="Helvetica Neue"/>
                <a:sym typeface="Helvetica Neue"/>
              </a:rPr>
              <a:t>We say that a schedule </a:t>
            </a:r>
            <a:r>
              <a:rPr lang="en-US" sz="1800" b="0" i="1" u="none" dirty="0">
                <a:solidFill>
                  <a:schemeClr val="dk1"/>
                </a:solidFill>
                <a:latin typeface="Helvetica Neue"/>
                <a:ea typeface="Helvetica Neue"/>
                <a:cs typeface="Helvetica Neue"/>
                <a:sym typeface="Helvetica Neue"/>
              </a:rPr>
              <a:t>S</a:t>
            </a:r>
            <a:r>
              <a:rPr lang="en-US" sz="1800" b="0" i="0" u="none" dirty="0">
                <a:solidFill>
                  <a:schemeClr val="dk1"/>
                </a:solidFill>
                <a:latin typeface="Helvetica Neue"/>
                <a:ea typeface="Helvetica Neue"/>
                <a:cs typeface="Helvetica Neue"/>
                <a:sym typeface="Helvetica Neue"/>
              </a:rPr>
              <a:t> is </a:t>
            </a:r>
            <a:r>
              <a:rPr lang="en-US" sz="1800" b="1" i="0" u="none" dirty="0">
                <a:solidFill>
                  <a:schemeClr val="dk2"/>
                </a:solidFill>
                <a:latin typeface="Helvetica Neue"/>
                <a:ea typeface="Helvetica Neue"/>
                <a:cs typeface="Helvetica Neue"/>
                <a:sym typeface="Helvetica Neue"/>
              </a:rPr>
              <a:t>conflict serializable</a:t>
            </a:r>
            <a:r>
              <a:rPr lang="en-US" sz="1800" b="0" i="0" u="none" dirty="0">
                <a:solidFill>
                  <a:schemeClr val="dk1"/>
                </a:solidFill>
                <a:latin typeface="Helvetica Neue"/>
                <a:ea typeface="Helvetica Neue"/>
                <a:cs typeface="Helvetica Neue"/>
                <a:sym typeface="Helvetica Neue"/>
              </a:rPr>
              <a:t> if it is conflict equivalent to a serial schedule</a:t>
            </a:r>
            <a:endParaRPr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33"/>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dirty="0">
                <a:solidFill>
                  <a:schemeClr val="dk2"/>
                </a:solidFill>
                <a:latin typeface="Helvetica Neue"/>
                <a:ea typeface="Helvetica Neue"/>
                <a:cs typeface="Helvetica Neue"/>
                <a:sym typeface="Helvetica Neue"/>
              </a:rPr>
              <a:t>Conflict </a:t>
            </a:r>
            <a:r>
              <a:rPr lang="en-US" sz="3200" b="1" i="0" u="none" dirty="0" err="1">
                <a:solidFill>
                  <a:schemeClr val="dk2"/>
                </a:solidFill>
                <a:latin typeface="Helvetica Neue"/>
                <a:ea typeface="Helvetica Neue"/>
                <a:cs typeface="Helvetica Neue"/>
                <a:sym typeface="Helvetica Neue"/>
              </a:rPr>
              <a:t>Serializability</a:t>
            </a:r>
            <a:r>
              <a:rPr lang="en-US" sz="3200" b="1" i="0" u="none" dirty="0">
                <a:solidFill>
                  <a:schemeClr val="dk2"/>
                </a:solidFill>
                <a:latin typeface="Helvetica Neue"/>
                <a:ea typeface="Helvetica Neue"/>
                <a:cs typeface="Helvetica Neue"/>
                <a:sym typeface="Helvetica Neue"/>
              </a:rPr>
              <a:t> example</a:t>
            </a:r>
            <a:endParaRPr dirty="0"/>
          </a:p>
        </p:txBody>
      </p:sp>
      <p:sp>
        <p:nvSpPr>
          <p:cNvPr id="221" name="Google Shape;221;p33"/>
          <p:cNvSpPr txBox="1">
            <a:spLocks noGrp="1"/>
          </p:cNvSpPr>
          <p:nvPr>
            <p:ph type="body" idx="1"/>
          </p:nvPr>
        </p:nvSpPr>
        <p:spPr>
          <a:xfrm>
            <a:off x="914400" y="1106487"/>
            <a:ext cx="7623175" cy="4275137"/>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620"/>
              <a:buFont typeface="Arial"/>
              <a:buChar char="●"/>
            </a:pPr>
            <a:endParaRPr dirty="0"/>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81238" y="1595438"/>
            <a:ext cx="4581525" cy="36671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9517279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3" name="Text Placeholder 2"/>
          <p:cNvSpPr>
            <a:spLocks noGrp="1"/>
          </p:cNvSpPr>
          <p:nvPr>
            <p:ph type="body" idx="1"/>
          </p:nvPr>
        </p:nvSpPr>
        <p:spPr/>
        <p:txBody>
          <a:bodyPr/>
          <a:lstStyle/>
          <a:p>
            <a:endParaRPr lang="en-IN"/>
          </a:p>
        </p:txBody>
      </p:sp>
      <p:pic>
        <p:nvPicPr>
          <p:cNvPr id="4" name="Google Shape;240;p35"/>
          <p:cNvPicPr preferRelativeResize="0"/>
          <p:nvPr/>
        </p:nvPicPr>
        <p:blipFill rotWithShape="1">
          <a:blip r:embed="rId2">
            <a:alphaModFix/>
          </a:blip>
          <a:srcRect l="849" t="16995" r="849" b="16996"/>
          <a:stretch/>
        </p:blipFill>
        <p:spPr>
          <a:xfrm>
            <a:off x="2968668" y="2012950"/>
            <a:ext cx="3051131" cy="1732332"/>
          </a:xfrm>
          <a:prstGeom prst="rect">
            <a:avLst/>
          </a:prstGeom>
          <a:noFill/>
          <a:ln w="38100" cap="flat" cmpd="dbl">
            <a:solidFill>
              <a:schemeClr val="dk2"/>
            </a:solidFill>
            <a:prstDash val="solid"/>
            <a:miter lim="800000"/>
            <a:headEnd type="none" w="sm" len="sm"/>
            <a:tailEnd type="none" w="sm" len="sm"/>
          </a:ln>
        </p:spPr>
      </p:pic>
    </p:spTree>
    <p:extLst>
      <p:ext uri="{BB962C8B-B14F-4D97-AF65-F5344CB8AC3E}">
        <p14:creationId xmlns:p14="http://schemas.microsoft.com/office/powerpoint/2010/main" val="2955786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34"/>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Conflict Serializability (Cont.)</a:t>
            </a:r>
            <a:endParaRPr/>
          </a:p>
        </p:txBody>
      </p:sp>
      <p:sp>
        <p:nvSpPr>
          <p:cNvPr id="228" name="Google Shape;228;p34"/>
          <p:cNvSpPr txBox="1">
            <a:spLocks noGrp="1"/>
          </p:cNvSpPr>
          <p:nvPr>
            <p:ph type="body" idx="1"/>
          </p:nvPr>
        </p:nvSpPr>
        <p:spPr>
          <a:xfrm>
            <a:off x="895350" y="628650"/>
            <a:ext cx="7416800" cy="4546600"/>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800"/>
              <a:buFont typeface="Arial"/>
              <a:buChar char="●"/>
            </a:pPr>
            <a:r>
              <a:rPr lang="en-US" sz="2000" b="0" i="0" u="none">
                <a:solidFill>
                  <a:schemeClr val="dk1"/>
                </a:solidFill>
                <a:latin typeface="Helvetica Neue"/>
                <a:ea typeface="Helvetica Neue"/>
                <a:cs typeface="Helvetica Neue"/>
                <a:sym typeface="Helvetica Neue"/>
              </a:rPr>
              <a:t>Schedule 3 can be transformed into Schedule 6, a serial schedule where </a:t>
            </a:r>
            <a:r>
              <a:rPr lang="en-US" sz="2000" b="0" i="1" u="none">
                <a:solidFill>
                  <a:schemeClr val="dk1"/>
                </a:solidFill>
                <a:latin typeface="Helvetica Neue"/>
                <a:ea typeface="Helvetica Neue"/>
                <a:cs typeface="Helvetica Neue"/>
                <a:sym typeface="Helvetica Neue"/>
              </a:rPr>
              <a:t>T</a:t>
            </a:r>
            <a:r>
              <a:rPr lang="en-US" sz="2000" b="0" i="0" u="none" baseline="-25000">
                <a:solidFill>
                  <a:schemeClr val="dk1"/>
                </a:solidFill>
                <a:latin typeface="Helvetica Neue"/>
                <a:ea typeface="Helvetica Neue"/>
                <a:cs typeface="Helvetica Neue"/>
                <a:sym typeface="Helvetica Neue"/>
              </a:rPr>
              <a:t>2</a:t>
            </a:r>
            <a:r>
              <a:rPr lang="en-US" sz="2000" b="0" i="0" u="none">
                <a:solidFill>
                  <a:schemeClr val="dk1"/>
                </a:solidFill>
                <a:latin typeface="Helvetica Neue"/>
                <a:ea typeface="Helvetica Neue"/>
                <a:cs typeface="Helvetica Neue"/>
                <a:sym typeface="Helvetica Neue"/>
              </a:rPr>
              <a:t> follows </a:t>
            </a:r>
            <a:r>
              <a:rPr lang="en-US" sz="2000" b="0" i="1" u="none">
                <a:solidFill>
                  <a:schemeClr val="dk1"/>
                </a:solidFill>
                <a:latin typeface="Helvetica Neue"/>
                <a:ea typeface="Helvetica Neue"/>
                <a:cs typeface="Helvetica Neue"/>
                <a:sym typeface="Helvetica Neue"/>
              </a:rPr>
              <a:t>T</a:t>
            </a:r>
            <a:r>
              <a:rPr lang="en-US" sz="2000" b="0" i="0" u="none" baseline="-25000">
                <a:solidFill>
                  <a:schemeClr val="dk1"/>
                </a:solidFill>
                <a:latin typeface="Helvetica Neue"/>
                <a:ea typeface="Helvetica Neue"/>
                <a:cs typeface="Helvetica Neue"/>
                <a:sym typeface="Helvetica Neue"/>
              </a:rPr>
              <a:t>1</a:t>
            </a:r>
            <a:r>
              <a:rPr lang="en-US" sz="2000" b="0" i="0" u="none">
                <a:solidFill>
                  <a:schemeClr val="dk1"/>
                </a:solidFill>
                <a:latin typeface="Helvetica Neue"/>
                <a:ea typeface="Helvetica Neue"/>
                <a:cs typeface="Helvetica Neue"/>
                <a:sym typeface="Helvetica Neue"/>
              </a:rPr>
              <a:t>, by series of swaps of non-conflicting instructions. </a:t>
            </a:r>
            <a:endParaRPr/>
          </a:p>
          <a:p>
            <a:pPr marL="742950" lvl="1" indent="-285750" algn="l" rtl="0">
              <a:lnSpc>
                <a:spcPct val="100000"/>
              </a:lnSpc>
              <a:spcBef>
                <a:spcPts val="700"/>
              </a:spcBef>
              <a:spcAft>
                <a:spcPts val="0"/>
              </a:spcAft>
              <a:buClr>
                <a:schemeClr val="hlink"/>
              </a:buClr>
              <a:buSzPts val="1600"/>
              <a:buFont typeface="Arial"/>
              <a:buChar char="●"/>
            </a:pPr>
            <a:r>
              <a:rPr lang="en-US" sz="2000" b="0" i="0" u="none">
                <a:solidFill>
                  <a:schemeClr val="dk1"/>
                </a:solidFill>
                <a:latin typeface="Helvetica Neue"/>
                <a:ea typeface="Helvetica Neue"/>
                <a:cs typeface="Helvetica Neue"/>
                <a:sym typeface="Helvetica Neue"/>
              </a:rPr>
              <a:t>Therefore Schedule 3 is conflict serializable.</a:t>
            </a:r>
            <a:endParaRPr/>
          </a:p>
          <a:p>
            <a:pPr marL="742950" lvl="1" indent="-285750" algn="l" rtl="0">
              <a:lnSpc>
                <a:spcPct val="100000"/>
              </a:lnSpc>
              <a:spcBef>
                <a:spcPts val="700"/>
              </a:spcBef>
              <a:spcAft>
                <a:spcPts val="0"/>
              </a:spcAft>
              <a:buClr>
                <a:schemeClr val="hlink"/>
              </a:buClr>
              <a:buSzPts val="1600"/>
              <a:buFont typeface="Arial"/>
              <a:buChar char="●"/>
            </a:pPr>
            <a:r>
              <a:rPr lang="en-US" sz="2000" b="0" i="0" u="none">
                <a:solidFill>
                  <a:schemeClr val="dk1"/>
                </a:solidFill>
                <a:latin typeface="Helvetica Neue"/>
                <a:ea typeface="Helvetica Neue"/>
                <a:cs typeface="Helvetica Neue"/>
                <a:sym typeface="Helvetica Neue"/>
              </a:rPr>
              <a:t>T3 &amp; T6 are conflict serializable</a:t>
            </a:r>
            <a:endParaRPr/>
          </a:p>
        </p:txBody>
      </p:sp>
      <p:pic>
        <p:nvPicPr>
          <p:cNvPr id="229" name="Google Shape;229;p34"/>
          <p:cNvPicPr preferRelativeResize="0"/>
          <p:nvPr/>
        </p:nvPicPr>
        <p:blipFill rotWithShape="1">
          <a:blip r:embed="rId3">
            <a:alphaModFix/>
          </a:blip>
          <a:srcRect l="17239" t="299" r="17461" b="894"/>
          <a:stretch/>
        </p:blipFill>
        <p:spPr>
          <a:xfrm>
            <a:off x="895350" y="2695575"/>
            <a:ext cx="3003550" cy="3409950"/>
          </a:xfrm>
          <a:prstGeom prst="rect">
            <a:avLst/>
          </a:prstGeom>
          <a:noFill/>
          <a:ln w="38100" cap="flat" cmpd="dbl">
            <a:solidFill>
              <a:schemeClr val="dk2"/>
            </a:solidFill>
            <a:prstDash val="solid"/>
            <a:miter lim="800000"/>
            <a:headEnd type="none" w="sm" len="sm"/>
            <a:tailEnd type="none" w="sm" len="sm"/>
          </a:ln>
        </p:spPr>
      </p:pic>
      <p:pic>
        <p:nvPicPr>
          <p:cNvPr id="230" name="Google Shape;230;p34"/>
          <p:cNvPicPr preferRelativeResize="0"/>
          <p:nvPr/>
        </p:nvPicPr>
        <p:blipFill rotWithShape="1">
          <a:blip r:embed="rId4">
            <a:alphaModFix/>
          </a:blip>
          <a:srcRect l="17505" t="531" r="17904" b="795"/>
          <a:stretch/>
        </p:blipFill>
        <p:spPr>
          <a:xfrm>
            <a:off x="5141912" y="2643187"/>
            <a:ext cx="2970212" cy="3403600"/>
          </a:xfrm>
          <a:prstGeom prst="rect">
            <a:avLst/>
          </a:prstGeom>
          <a:noFill/>
          <a:ln w="38100" cap="flat" cmpd="dbl">
            <a:solidFill>
              <a:schemeClr val="dk2"/>
            </a:solidFill>
            <a:prstDash val="solid"/>
            <a:miter lim="800000"/>
            <a:headEnd type="none" w="sm" len="sm"/>
            <a:tailEnd type="none" w="sm" len="sm"/>
          </a:ln>
        </p:spPr>
      </p:pic>
      <p:sp>
        <p:nvSpPr>
          <p:cNvPr id="231" name="Google Shape;231;p34"/>
          <p:cNvSpPr txBox="1"/>
          <p:nvPr/>
        </p:nvSpPr>
        <p:spPr>
          <a:xfrm>
            <a:off x="1639887" y="6138862"/>
            <a:ext cx="1455737" cy="396875"/>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Clr>
                <a:schemeClr val="dk1"/>
              </a:buClr>
              <a:buSzPts val="2000"/>
              <a:buFont typeface="Helvetica Neue"/>
              <a:buNone/>
            </a:pPr>
            <a:r>
              <a:rPr lang="en-US" sz="2000" b="0" i="0" u="none">
                <a:solidFill>
                  <a:schemeClr val="dk1"/>
                </a:solidFill>
                <a:latin typeface="Helvetica Neue"/>
                <a:ea typeface="Helvetica Neue"/>
                <a:cs typeface="Helvetica Neue"/>
                <a:sym typeface="Helvetica Neue"/>
              </a:rPr>
              <a:t>Schedule 3</a:t>
            </a:r>
            <a:endParaRPr/>
          </a:p>
        </p:txBody>
      </p:sp>
      <p:sp>
        <p:nvSpPr>
          <p:cNvPr id="232" name="Google Shape;232;p34"/>
          <p:cNvSpPr txBox="1"/>
          <p:nvPr/>
        </p:nvSpPr>
        <p:spPr>
          <a:xfrm>
            <a:off x="5929312" y="6102350"/>
            <a:ext cx="1455737" cy="396875"/>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Clr>
                <a:schemeClr val="dk1"/>
              </a:buClr>
              <a:buSzPts val="2000"/>
              <a:buFont typeface="Helvetica Neue"/>
              <a:buNone/>
            </a:pPr>
            <a:r>
              <a:rPr lang="en-US" sz="2000" b="0" i="0" u="none">
                <a:solidFill>
                  <a:schemeClr val="dk1"/>
                </a:solidFill>
                <a:latin typeface="Helvetica Neue"/>
                <a:ea typeface="Helvetica Neue"/>
                <a:cs typeface="Helvetica Neue"/>
                <a:sym typeface="Helvetica Neue"/>
              </a:rPr>
              <a:t>Schedule 6</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35"/>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Conflict Serializability (Cont.)</a:t>
            </a:r>
            <a:endParaRPr/>
          </a:p>
        </p:txBody>
      </p:sp>
      <p:sp>
        <p:nvSpPr>
          <p:cNvPr id="239" name="Google Shape;239;p35"/>
          <p:cNvSpPr txBox="1">
            <a:spLocks noGrp="1"/>
          </p:cNvSpPr>
          <p:nvPr>
            <p:ph type="body" idx="1"/>
          </p:nvPr>
        </p:nvSpPr>
        <p:spPr>
          <a:xfrm>
            <a:off x="914400" y="1106487"/>
            <a:ext cx="7650162" cy="4565650"/>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SzPts val="1620"/>
              <a:buNone/>
            </a:pPr>
            <a:endParaRPr sz="1800" b="0" i="0" u="none">
              <a:solidFill>
                <a:schemeClr val="dk1"/>
              </a:solidFill>
              <a:latin typeface="Helvetica Neue"/>
              <a:ea typeface="Helvetica Neue"/>
              <a:cs typeface="Helvetica Neue"/>
              <a:sym typeface="Helvetica Neue"/>
            </a:endParaRPr>
          </a:p>
          <a:p>
            <a:pPr marL="342900" lvl="0" indent="-342900" algn="l" rtl="0">
              <a:lnSpc>
                <a:spcPct val="100000"/>
              </a:lnSpc>
              <a:spcBef>
                <a:spcPts val="630"/>
              </a:spcBef>
              <a:spcAft>
                <a:spcPts val="0"/>
              </a:spcAft>
              <a:buClr>
                <a:schemeClr val="dk2"/>
              </a:buClr>
              <a:buSzPts val="1620"/>
              <a:buFont typeface="Arial"/>
              <a:buChar char="●"/>
            </a:pPr>
            <a:r>
              <a:rPr lang="en-US" sz="1800" b="0" i="0" u="none">
                <a:solidFill>
                  <a:schemeClr val="dk1"/>
                </a:solidFill>
                <a:latin typeface="Helvetica Neue"/>
                <a:ea typeface="Helvetica Neue"/>
                <a:cs typeface="Helvetica Neue"/>
                <a:sym typeface="Helvetica Neue"/>
              </a:rPr>
              <a:t>Example of a schedule that is not conflict serializable:</a:t>
            </a:r>
            <a:br>
              <a:rPr lang="en-US" sz="1800" b="0" i="0" u="none">
                <a:solidFill>
                  <a:schemeClr val="dk1"/>
                </a:solidFill>
                <a:latin typeface="Helvetica Neue"/>
                <a:ea typeface="Helvetica Neue"/>
                <a:cs typeface="Helvetica Neue"/>
                <a:sym typeface="Helvetica Neue"/>
              </a:rPr>
            </a:br>
            <a:br>
              <a:rPr lang="en-US" sz="1800" b="0" i="0" u="none">
                <a:solidFill>
                  <a:schemeClr val="dk1"/>
                </a:solidFill>
                <a:latin typeface="Helvetica Neue"/>
                <a:ea typeface="Helvetica Neue"/>
                <a:cs typeface="Helvetica Neue"/>
                <a:sym typeface="Helvetica Neue"/>
              </a:rPr>
            </a:br>
            <a:br>
              <a:rPr lang="en-US" sz="1800" b="0" i="0" u="none">
                <a:solidFill>
                  <a:schemeClr val="dk1"/>
                </a:solidFill>
                <a:latin typeface="Helvetica Neue"/>
                <a:ea typeface="Helvetica Neue"/>
                <a:cs typeface="Helvetica Neue"/>
                <a:sym typeface="Helvetica Neue"/>
              </a:rPr>
            </a:br>
            <a:br>
              <a:rPr lang="en-US" sz="1800" b="0" i="0" u="none">
                <a:solidFill>
                  <a:schemeClr val="dk1"/>
                </a:solidFill>
                <a:latin typeface="Helvetica Neue"/>
                <a:ea typeface="Helvetica Neue"/>
                <a:cs typeface="Helvetica Neue"/>
                <a:sym typeface="Helvetica Neue"/>
              </a:rPr>
            </a:br>
            <a:br>
              <a:rPr lang="en-US" sz="1800" b="0" i="0" u="none">
                <a:solidFill>
                  <a:schemeClr val="dk1"/>
                </a:solidFill>
                <a:latin typeface="Helvetica Neue"/>
                <a:ea typeface="Helvetica Neue"/>
                <a:cs typeface="Helvetica Neue"/>
                <a:sym typeface="Helvetica Neue"/>
              </a:rPr>
            </a:br>
            <a:br>
              <a:rPr lang="en-US" sz="1800" b="0" i="0" u="none">
                <a:solidFill>
                  <a:schemeClr val="dk1"/>
                </a:solidFill>
                <a:latin typeface="Helvetica Neue"/>
                <a:ea typeface="Helvetica Neue"/>
                <a:cs typeface="Helvetica Neue"/>
                <a:sym typeface="Helvetica Neue"/>
              </a:rPr>
            </a:br>
            <a:br>
              <a:rPr lang="en-US" sz="1800" b="0" i="0" u="none">
                <a:solidFill>
                  <a:schemeClr val="dk1"/>
                </a:solidFill>
                <a:latin typeface="Helvetica Neue"/>
                <a:ea typeface="Helvetica Neue"/>
                <a:cs typeface="Helvetica Neue"/>
                <a:sym typeface="Helvetica Neue"/>
              </a:rPr>
            </a:br>
            <a:endParaRPr/>
          </a:p>
          <a:p>
            <a:pPr marL="342900" lvl="0" indent="-342900" algn="l" rtl="0">
              <a:lnSpc>
                <a:spcPct val="100000"/>
              </a:lnSpc>
              <a:spcBef>
                <a:spcPts val="630"/>
              </a:spcBef>
              <a:spcAft>
                <a:spcPts val="0"/>
              </a:spcAft>
              <a:buClr>
                <a:schemeClr val="dk2"/>
              </a:buClr>
              <a:buSzPts val="1620"/>
              <a:buFont typeface="Arial"/>
              <a:buChar char="●"/>
            </a:pPr>
            <a:r>
              <a:rPr lang="en-US" sz="1800" b="0" i="0" u="none">
                <a:solidFill>
                  <a:schemeClr val="dk1"/>
                </a:solidFill>
                <a:latin typeface="Helvetica Neue"/>
                <a:ea typeface="Helvetica Neue"/>
                <a:cs typeface="Helvetica Neue"/>
                <a:sym typeface="Helvetica Neue"/>
              </a:rPr>
              <a:t>We are unable to swap instructions in the above schedule to obtain either the serial schedule &lt; </a:t>
            </a:r>
            <a:r>
              <a:rPr lang="en-US" sz="1800" b="0" i="1" u="none">
                <a:solidFill>
                  <a:schemeClr val="dk1"/>
                </a:solidFill>
                <a:latin typeface="Helvetica Neue"/>
                <a:ea typeface="Helvetica Neue"/>
                <a:cs typeface="Helvetica Neue"/>
                <a:sym typeface="Helvetica Neue"/>
              </a:rPr>
              <a:t>T</a:t>
            </a:r>
            <a:r>
              <a:rPr lang="en-US" sz="1800" b="0" i="0" u="none" baseline="-25000">
                <a:solidFill>
                  <a:schemeClr val="dk1"/>
                </a:solidFill>
                <a:latin typeface="Helvetica Neue"/>
                <a:ea typeface="Helvetica Neue"/>
                <a:cs typeface="Helvetica Neue"/>
                <a:sym typeface="Helvetica Neue"/>
              </a:rPr>
              <a:t>3</a:t>
            </a:r>
            <a:r>
              <a:rPr lang="en-US" sz="1800" b="0" i="0" u="none">
                <a:solidFill>
                  <a:schemeClr val="dk1"/>
                </a:solidFill>
                <a:latin typeface="Helvetica Neue"/>
                <a:ea typeface="Helvetica Neue"/>
                <a:cs typeface="Helvetica Neue"/>
                <a:sym typeface="Helvetica Neue"/>
              </a:rPr>
              <a:t>, </a:t>
            </a:r>
            <a:r>
              <a:rPr lang="en-US" sz="1800" b="0" i="1" u="none">
                <a:solidFill>
                  <a:schemeClr val="dk1"/>
                </a:solidFill>
                <a:latin typeface="Helvetica Neue"/>
                <a:ea typeface="Helvetica Neue"/>
                <a:cs typeface="Helvetica Neue"/>
                <a:sym typeface="Helvetica Neue"/>
              </a:rPr>
              <a:t>T</a:t>
            </a:r>
            <a:r>
              <a:rPr lang="en-US" sz="1800" b="0" i="0" u="none" baseline="-25000">
                <a:solidFill>
                  <a:schemeClr val="dk1"/>
                </a:solidFill>
                <a:latin typeface="Helvetica Neue"/>
                <a:ea typeface="Helvetica Neue"/>
                <a:cs typeface="Helvetica Neue"/>
                <a:sym typeface="Helvetica Neue"/>
              </a:rPr>
              <a:t>4</a:t>
            </a:r>
            <a:r>
              <a:rPr lang="en-US" sz="1800" b="0" i="0" u="none">
                <a:solidFill>
                  <a:schemeClr val="dk1"/>
                </a:solidFill>
                <a:latin typeface="Helvetica Neue"/>
                <a:ea typeface="Helvetica Neue"/>
                <a:cs typeface="Helvetica Neue"/>
                <a:sym typeface="Helvetica Neue"/>
              </a:rPr>
              <a:t> &gt;, or the serial schedule &lt; </a:t>
            </a:r>
            <a:r>
              <a:rPr lang="en-US" sz="1800" b="0" i="1" u="none">
                <a:solidFill>
                  <a:schemeClr val="dk1"/>
                </a:solidFill>
                <a:latin typeface="Helvetica Neue"/>
                <a:ea typeface="Helvetica Neue"/>
                <a:cs typeface="Helvetica Neue"/>
                <a:sym typeface="Helvetica Neue"/>
              </a:rPr>
              <a:t>T</a:t>
            </a:r>
            <a:r>
              <a:rPr lang="en-US" sz="1800" b="0" i="0" u="none" baseline="-25000">
                <a:solidFill>
                  <a:schemeClr val="dk1"/>
                </a:solidFill>
                <a:latin typeface="Helvetica Neue"/>
                <a:ea typeface="Helvetica Neue"/>
                <a:cs typeface="Helvetica Neue"/>
                <a:sym typeface="Helvetica Neue"/>
              </a:rPr>
              <a:t>4</a:t>
            </a:r>
            <a:r>
              <a:rPr lang="en-US" sz="1800" b="0" i="0" u="none">
                <a:solidFill>
                  <a:schemeClr val="dk1"/>
                </a:solidFill>
                <a:latin typeface="Helvetica Neue"/>
                <a:ea typeface="Helvetica Neue"/>
                <a:cs typeface="Helvetica Neue"/>
                <a:sym typeface="Helvetica Neue"/>
              </a:rPr>
              <a:t>, </a:t>
            </a:r>
            <a:r>
              <a:rPr lang="en-US" sz="1800" b="0" i="1" u="none">
                <a:solidFill>
                  <a:schemeClr val="dk1"/>
                </a:solidFill>
                <a:latin typeface="Helvetica Neue"/>
                <a:ea typeface="Helvetica Neue"/>
                <a:cs typeface="Helvetica Neue"/>
                <a:sym typeface="Helvetica Neue"/>
              </a:rPr>
              <a:t>T</a:t>
            </a:r>
            <a:r>
              <a:rPr lang="en-US" sz="1800" b="0" i="0" u="none" baseline="-25000">
                <a:solidFill>
                  <a:schemeClr val="dk1"/>
                </a:solidFill>
                <a:latin typeface="Helvetica Neue"/>
                <a:ea typeface="Helvetica Neue"/>
                <a:cs typeface="Helvetica Neue"/>
                <a:sym typeface="Helvetica Neue"/>
              </a:rPr>
              <a:t>3</a:t>
            </a:r>
            <a:r>
              <a:rPr lang="en-US" sz="1800" b="0" i="0" u="none">
                <a:solidFill>
                  <a:schemeClr val="dk1"/>
                </a:solidFill>
                <a:latin typeface="Helvetica Neue"/>
                <a:ea typeface="Helvetica Neue"/>
                <a:cs typeface="Helvetica Neue"/>
                <a:sym typeface="Helvetica Neue"/>
              </a:rPr>
              <a:t> &gt;.</a:t>
            </a:r>
            <a:endParaRPr/>
          </a:p>
        </p:txBody>
      </p:sp>
      <p:pic>
        <p:nvPicPr>
          <p:cNvPr id="240" name="Google Shape;240;p35"/>
          <p:cNvPicPr preferRelativeResize="0"/>
          <p:nvPr/>
        </p:nvPicPr>
        <p:blipFill rotWithShape="1">
          <a:blip r:embed="rId3">
            <a:alphaModFix/>
          </a:blip>
          <a:srcRect l="849" t="16995" r="849" b="16996"/>
          <a:stretch/>
        </p:blipFill>
        <p:spPr>
          <a:xfrm>
            <a:off x="3106737" y="2012950"/>
            <a:ext cx="2913062" cy="1466850"/>
          </a:xfrm>
          <a:prstGeom prst="rect">
            <a:avLst/>
          </a:prstGeom>
          <a:noFill/>
          <a:ln w="38100" cap="flat" cmpd="dbl">
            <a:solidFill>
              <a:schemeClr val="dk2"/>
            </a:solidFill>
            <a:prstDash val="solid"/>
            <a:miter lim="800000"/>
            <a:headEnd type="none" w="sm" len="sm"/>
            <a:tailEnd type="none" w="sm" len="sm"/>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36"/>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View Serializability</a:t>
            </a:r>
            <a:endParaRPr/>
          </a:p>
        </p:txBody>
      </p:sp>
      <p:sp>
        <p:nvSpPr>
          <p:cNvPr id="247" name="Google Shape;247;p36"/>
          <p:cNvSpPr txBox="1">
            <a:spLocks noGrp="1"/>
          </p:cNvSpPr>
          <p:nvPr>
            <p:ph type="body" idx="1"/>
          </p:nvPr>
        </p:nvSpPr>
        <p:spPr>
          <a:xfrm>
            <a:off x="139700" y="1054100"/>
            <a:ext cx="9004300" cy="5221287"/>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2160"/>
              <a:buFont typeface="Arial"/>
              <a:buChar char="●"/>
            </a:pPr>
            <a:r>
              <a:rPr lang="en-US" sz="2400" b="0" i="0" u="none" dirty="0">
                <a:solidFill>
                  <a:schemeClr val="dk1"/>
                </a:solidFill>
                <a:latin typeface="Helvetica Neue"/>
                <a:ea typeface="Helvetica Neue"/>
                <a:cs typeface="Helvetica Neue"/>
                <a:sym typeface="Helvetica Neue"/>
              </a:rPr>
              <a:t>Let </a:t>
            </a:r>
            <a:r>
              <a:rPr lang="en-US" sz="2400" b="0" i="1" u="none" dirty="0">
                <a:solidFill>
                  <a:schemeClr val="dk1"/>
                </a:solidFill>
                <a:latin typeface="Helvetica Neue"/>
                <a:ea typeface="Helvetica Neue"/>
                <a:cs typeface="Helvetica Neue"/>
                <a:sym typeface="Helvetica Neue"/>
              </a:rPr>
              <a:t>S</a:t>
            </a:r>
            <a:r>
              <a:rPr lang="en-US" sz="2400" b="0" i="0" u="none" dirty="0">
                <a:solidFill>
                  <a:schemeClr val="dk1"/>
                </a:solidFill>
                <a:latin typeface="Helvetica Neue"/>
                <a:ea typeface="Helvetica Neue"/>
                <a:cs typeface="Helvetica Neue"/>
                <a:sym typeface="Helvetica Neue"/>
              </a:rPr>
              <a:t> and </a:t>
            </a:r>
            <a:r>
              <a:rPr lang="en-US" sz="2400" b="0" i="1" u="none" dirty="0">
                <a:solidFill>
                  <a:schemeClr val="dk1"/>
                </a:solidFill>
                <a:latin typeface="Helvetica Neue"/>
                <a:ea typeface="Helvetica Neue"/>
                <a:cs typeface="Helvetica Neue"/>
                <a:sym typeface="Helvetica Neue"/>
              </a:rPr>
              <a:t>S´</a:t>
            </a:r>
            <a:r>
              <a:rPr lang="en-US" sz="2400" b="0" i="0" u="none" dirty="0">
                <a:solidFill>
                  <a:schemeClr val="dk1"/>
                </a:solidFill>
                <a:latin typeface="Helvetica Neue"/>
                <a:ea typeface="Helvetica Neue"/>
                <a:cs typeface="Helvetica Neue"/>
                <a:sym typeface="Helvetica Neue"/>
              </a:rPr>
              <a:t> be two schedules with the same set of transactions.  </a:t>
            </a:r>
            <a:r>
              <a:rPr lang="en-US" sz="2400" b="0" i="1" u="none" dirty="0">
                <a:solidFill>
                  <a:schemeClr val="dk1"/>
                </a:solidFill>
                <a:latin typeface="Helvetica Neue"/>
                <a:ea typeface="Helvetica Neue"/>
                <a:cs typeface="Helvetica Neue"/>
                <a:sym typeface="Helvetica Neue"/>
              </a:rPr>
              <a:t>S</a:t>
            </a:r>
            <a:r>
              <a:rPr lang="en-US" sz="2400" b="0" i="0" u="none" dirty="0">
                <a:solidFill>
                  <a:schemeClr val="dk1"/>
                </a:solidFill>
                <a:latin typeface="Helvetica Neue"/>
                <a:ea typeface="Helvetica Neue"/>
                <a:cs typeface="Helvetica Neue"/>
                <a:sym typeface="Helvetica Neue"/>
              </a:rPr>
              <a:t> and </a:t>
            </a:r>
            <a:r>
              <a:rPr lang="en-US" sz="2400" b="0" i="1" u="none" dirty="0">
                <a:solidFill>
                  <a:schemeClr val="dk1"/>
                </a:solidFill>
                <a:latin typeface="Helvetica Neue"/>
                <a:ea typeface="Helvetica Neue"/>
                <a:cs typeface="Helvetica Neue"/>
                <a:sym typeface="Helvetica Neue"/>
              </a:rPr>
              <a:t>S´</a:t>
            </a:r>
            <a:r>
              <a:rPr lang="en-US" sz="2400" b="0" i="0" u="none" dirty="0">
                <a:solidFill>
                  <a:schemeClr val="dk1"/>
                </a:solidFill>
                <a:latin typeface="Helvetica Neue"/>
                <a:ea typeface="Helvetica Neue"/>
                <a:cs typeface="Helvetica Neue"/>
                <a:sym typeface="Helvetica Neue"/>
              </a:rPr>
              <a:t> are </a:t>
            </a:r>
            <a:r>
              <a:rPr lang="en-US" sz="2400" b="1" i="0" u="none" dirty="0">
                <a:solidFill>
                  <a:schemeClr val="dk2"/>
                </a:solidFill>
                <a:latin typeface="Helvetica Neue"/>
                <a:ea typeface="Helvetica Neue"/>
                <a:cs typeface="Helvetica Neue"/>
                <a:sym typeface="Helvetica Neue"/>
              </a:rPr>
              <a:t>view equivalent</a:t>
            </a:r>
            <a:r>
              <a:rPr lang="en-US" sz="2400" b="0" i="1" u="none" dirty="0">
                <a:solidFill>
                  <a:schemeClr val="dk1"/>
                </a:solidFill>
                <a:latin typeface="Helvetica Neue"/>
                <a:ea typeface="Helvetica Neue"/>
                <a:cs typeface="Helvetica Neue"/>
                <a:sym typeface="Helvetica Neue"/>
              </a:rPr>
              <a:t> </a:t>
            </a:r>
            <a:r>
              <a:rPr lang="en-US" sz="2400" b="0" i="0" u="none" dirty="0">
                <a:solidFill>
                  <a:schemeClr val="dk1"/>
                </a:solidFill>
                <a:latin typeface="Helvetica Neue"/>
                <a:ea typeface="Helvetica Neue"/>
                <a:cs typeface="Helvetica Neue"/>
                <a:sym typeface="Helvetica Neue"/>
              </a:rPr>
              <a:t>if the following three conditions are met, for each data item </a:t>
            </a:r>
            <a:r>
              <a:rPr lang="en-US" sz="2400" b="0" i="1" u="none" dirty="0">
                <a:solidFill>
                  <a:schemeClr val="dk1"/>
                </a:solidFill>
                <a:latin typeface="Helvetica Neue"/>
                <a:ea typeface="Helvetica Neue"/>
                <a:cs typeface="Helvetica Neue"/>
                <a:sym typeface="Helvetica Neue"/>
              </a:rPr>
              <a:t>Q,</a:t>
            </a:r>
            <a:r>
              <a:rPr lang="en-US" sz="2400" b="0" i="0" u="none" dirty="0">
                <a:solidFill>
                  <a:schemeClr val="dk1"/>
                </a:solidFill>
                <a:latin typeface="Helvetica Neue"/>
                <a:ea typeface="Helvetica Neue"/>
                <a:cs typeface="Helvetica Neue"/>
                <a:sym typeface="Helvetica Neue"/>
              </a:rPr>
              <a:t> </a:t>
            </a:r>
            <a:endParaRPr dirty="0"/>
          </a:p>
          <a:p>
            <a:pPr marL="342900" lvl="0" indent="-342900" algn="l" rtl="0">
              <a:lnSpc>
                <a:spcPct val="100000"/>
              </a:lnSpc>
              <a:spcBef>
                <a:spcPts val="840"/>
              </a:spcBef>
              <a:spcAft>
                <a:spcPts val="0"/>
              </a:spcAft>
              <a:buSzPts val="2160"/>
              <a:buNone/>
            </a:pPr>
            <a:r>
              <a:rPr lang="en-US" sz="2400" b="0" i="0" u="none" dirty="0">
                <a:solidFill>
                  <a:schemeClr val="dk1"/>
                </a:solidFill>
                <a:latin typeface="Helvetica Neue"/>
                <a:ea typeface="Helvetica Neue"/>
                <a:cs typeface="Helvetica Neue"/>
                <a:sym typeface="Helvetica Neue"/>
              </a:rPr>
              <a:t>    1. </a:t>
            </a:r>
            <a:r>
              <a:rPr lang="en-US" sz="2400" b="1" i="0" u="none" dirty="0">
                <a:solidFill>
                  <a:schemeClr val="dk1"/>
                </a:solidFill>
                <a:highlight>
                  <a:srgbClr val="FFFF00"/>
                </a:highlight>
                <a:latin typeface="Helvetica Neue"/>
                <a:ea typeface="Helvetica Neue"/>
                <a:cs typeface="Helvetica Neue"/>
                <a:sym typeface="Helvetica Neue"/>
              </a:rPr>
              <a:t>If in schedule S, transaction </a:t>
            </a:r>
            <a:r>
              <a:rPr lang="en-US" sz="2400" b="1" i="1" u="none" dirty="0">
                <a:solidFill>
                  <a:schemeClr val="dk1"/>
                </a:solidFill>
                <a:highlight>
                  <a:srgbClr val="FFFF00"/>
                </a:highlight>
                <a:latin typeface="Helvetica Neue"/>
                <a:ea typeface="Helvetica Neue"/>
                <a:cs typeface="Helvetica Neue"/>
                <a:sym typeface="Helvetica Neue"/>
              </a:rPr>
              <a:t>T</a:t>
            </a:r>
            <a:r>
              <a:rPr lang="en-US" sz="2400" b="1" i="1" u="none" baseline="-25000" dirty="0">
                <a:solidFill>
                  <a:schemeClr val="dk1"/>
                </a:solidFill>
                <a:highlight>
                  <a:srgbClr val="FFFF00"/>
                </a:highlight>
                <a:latin typeface="Helvetica Neue"/>
                <a:ea typeface="Helvetica Neue"/>
                <a:cs typeface="Helvetica Neue"/>
                <a:sym typeface="Helvetica Neue"/>
              </a:rPr>
              <a:t>i</a:t>
            </a:r>
            <a:r>
              <a:rPr lang="en-US" sz="2400" b="1" i="1" u="none" dirty="0">
                <a:solidFill>
                  <a:schemeClr val="dk1"/>
                </a:solidFill>
                <a:highlight>
                  <a:srgbClr val="FFFF00"/>
                </a:highlight>
                <a:latin typeface="Helvetica Neue"/>
                <a:ea typeface="Helvetica Neue"/>
                <a:cs typeface="Helvetica Neue"/>
                <a:sym typeface="Helvetica Neue"/>
              </a:rPr>
              <a:t> </a:t>
            </a:r>
            <a:r>
              <a:rPr lang="en-US" sz="2400" b="1" i="0" u="none" dirty="0">
                <a:solidFill>
                  <a:schemeClr val="dk1"/>
                </a:solidFill>
                <a:highlight>
                  <a:srgbClr val="FFFF00"/>
                </a:highlight>
                <a:latin typeface="Helvetica Neue"/>
                <a:ea typeface="Helvetica Neue"/>
                <a:cs typeface="Helvetica Neue"/>
                <a:sym typeface="Helvetica Neue"/>
              </a:rPr>
              <a:t>reads the initial value of   	</a:t>
            </a:r>
            <a:r>
              <a:rPr lang="en-US" sz="2400" b="1" i="1" u="none" dirty="0">
                <a:solidFill>
                  <a:schemeClr val="dk1"/>
                </a:solidFill>
                <a:highlight>
                  <a:srgbClr val="FFFF00"/>
                </a:highlight>
                <a:latin typeface="Helvetica Neue"/>
                <a:ea typeface="Helvetica Neue"/>
                <a:cs typeface="Helvetica Neue"/>
                <a:sym typeface="Helvetica Neue"/>
              </a:rPr>
              <a:t>Q</a:t>
            </a:r>
            <a:r>
              <a:rPr lang="en-US" sz="2400" b="1" i="0" u="none" dirty="0">
                <a:solidFill>
                  <a:schemeClr val="dk1"/>
                </a:solidFill>
                <a:highlight>
                  <a:srgbClr val="FFFF00"/>
                </a:highlight>
                <a:latin typeface="Helvetica Neue"/>
                <a:ea typeface="Helvetica Neue"/>
                <a:cs typeface="Helvetica Neue"/>
                <a:sym typeface="Helvetica Neue"/>
              </a:rPr>
              <a:t>, then in schedule </a:t>
            </a:r>
            <a:r>
              <a:rPr lang="en-US" sz="2400" b="1" i="1" u="none" dirty="0">
                <a:solidFill>
                  <a:schemeClr val="dk1"/>
                </a:solidFill>
                <a:highlight>
                  <a:srgbClr val="FFFF00"/>
                </a:highlight>
                <a:latin typeface="Helvetica Neue"/>
                <a:ea typeface="Helvetica Neue"/>
                <a:cs typeface="Helvetica Neue"/>
                <a:sym typeface="Helvetica Neue"/>
              </a:rPr>
              <a:t>S’</a:t>
            </a:r>
            <a:r>
              <a:rPr lang="en-US" sz="2400" b="1" i="0" u="none" dirty="0">
                <a:solidFill>
                  <a:schemeClr val="dk1"/>
                </a:solidFill>
                <a:highlight>
                  <a:srgbClr val="FFFF00"/>
                </a:highlight>
                <a:latin typeface="Helvetica Neue"/>
                <a:ea typeface="Helvetica Neue"/>
                <a:cs typeface="Helvetica Neue"/>
                <a:sym typeface="Helvetica Neue"/>
              </a:rPr>
              <a:t> also transaction </a:t>
            </a:r>
            <a:r>
              <a:rPr lang="en-US" sz="2400" b="1" i="1" u="none" dirty="0">
                <a:solidFill>
                  <a:schemeClr val="dk1"/>
                </a:solidFill>
                <a:highlight>
                  <a:srgbClr val="FFFF00"/>
                </a:highlight>
                <a:latin typeface="Helvetica Neue"/>
                <a:ea typeface="Helvetica Neue"/>
                <a:cs typeface="Helvetica Neue"/>
                <a:sym typeface="Helvetica Neue"/>
              </a:rPr>
              <a:t>T</a:t>
            </a:r>
            <a:r>
              <a:rPr lang="en-US" sz="2400" b="1" i="1" u="none" baseline="-25000" dirty="0">
                <a:solidFill>
                  <a:schemeClr val="dk1"/>
                </a:solidFill>
                <a:highlight>
                  <a:srgbClr val="FFFF00"/>
                </a:highlight>
                <a:latin typeface="Helvetica Neue"/>
                <a:ea typeface="Helvetica Neue"/>
                <a:cs typeface="Helvetica Neue"/>
                <a:sym typeface="Helvetica Neue"/>
              </a:rPr>
              <a:t>i</a:t>
            </a:r>
            <a:r>
              <a:rPr lang="en-US" sz="2400" b="1" i="1" u="none" dirty="0">
                <a:solidFill>
                  <a:schemeClr val="dk1"/>
                </a:solidFill>
                <a:highlight>
                  <a:srgbClr val="FFFF00"/>
                </a:highlight>
                <a:latin typeface="Helvetica Neue"/>
                <a:ea typeface="Helvetica Neue"/>
                <a:cs typeface="Helvetica Neue"/>
                <a:sym typeface="Helvetica Neue"/>
              </a:rPr>
              <a:t> </a:t>
            </a:r>
            <a:r>
              <a:rPr lang="en-US" sz="2400" b="1" i="0" u="none" dirty="0">
                <a:solidFill>
                  <a:schemeClr val="dk1"/>
                </a:solidFill>
                <a:highlight>
                  <a:srgbClr val="FFFF00"/>
                </a:highlight>
                <a:latin typeface="Helvetica Neue"/>
                <a:ea typeface="Helvetica Neue"/>
                <a:cs typeface="Helvetica Neue"/>
                <a:sym typeface="Helvetica Neue"/>
              </a:rPr>
              <a:t> must read 	the 	initial value of </a:t>
            </a:r>
            <a:r>
              <a:rPr lang="en-US" sz="2400" b="1" i="1" u="none" dirty="0">
                <a:solidFill>
                  <a:schemeClr val="dk1"/>
                </a:solidFill>
                <a:highlight>
                  <a:srgbClr val="FFFF00"/>
                </a:highlight>
                <a:latin typeface="Helvetica Neue"/>
                <a:ea typeface="Helvetica Neue"/>
                <a:cs typeface="Helvetica Neue"/>
                <a:sym typeface="Helvetica Neue"/>
              </a:rPr>
              <a:t>Q.</a:t>
            </a:r>
            <a:endParaRPr dirty="0">
              <a:highlight>
                <a:srgbClr val="FFFF00"/>
              </a:highlight>
            </a:endParaRPr>
          </a:p>
          <a:p>
            <a:pPr marL="342900" lvl="0" indent="-342900" algn="l" rtl="0">
              <a:lnSpc>
                <a:spcPct val="100000"/>
              </a:lnSpc>
              <a:spcBef>
                <a:spcPts val="840"/>
              </a:spcBef>
              <a:spcAft>
                <a:spcPts val="0"/>
              </a:spcAft>
              <a:buSzPts val="2160"/>
              <a:buNone/>
            </a:pPr>
            <a:endParaRPr sz="2400" b="1" i="1" u="none" dirty="0">
              <a:solidFill>
                <a:schemeClr val="dk1"/>
              </a:solidFill>
              <a:latin typeface="Helvetica Neue"/>
              <a:ea typeface="Helvetica Neue"/>
              <a:cs typeface="Helvetica Neue"/>
              <a:sym typeface="Helvetica Neue"/>
            </a:endParaRPr>
          </a:p>
          <a:p>
            <a:pPr marL="457200" lvl="1" indent="0" algn="just" rtl="0">
              <a:lnSpc>
                <a:spcPct val="100000"/>
              </a:lnSpc>
              <a:spcBef>
                <a:spcPts val="840"/>
              </a:spcBef>
              <a:spcAft>
                <a:spcPts val="0"/>
              </a:spcAft>
              <a:buSzPts val="1920"/>
              <a:buNone/>
            </a:pPr>
            <a:r>
              <a:rPr lang="en-US" sz="2400" b="1" i="0" u="none" dirty="0">
                <a:solidFill>
                  <a:schemeClr val="dk1"/>
                </a:solidFill>
                <a:highlight>
                  <a:srgbClr val="FFFF00"/>
                </a:highlight>
                <a:latin typeface="Helvetica Neue"/>
                <a:ea typeface="Helvetica Neue"/>
                <a:cs typeface="Helvetica Neue"/>
                <a:sym typeface="Helvetica Neue"/>
              </a:rPr>
              <a:t>2. The transaction (if any) that performs the final write(</a:t>
            </a:r>
            <a:r>
              <a:rPr lang="en-US" sz="2400" b="1" i="1" u="none" dirty="0">
                <a:solidFill>
                  <a:schemeClr val="dk1"/>
                </a:solidFill>
                <a:highlight>
                  <a:srgbClr val="FFFF00"/>
                </a:highlight>
                <a:latin typeface="Helvetica Neue"/>
                <a:ea typeface="Helvetica Neue"/>
                <a:cs typeface="Helvetica Neue"/>
                <a:sym typeface="Helvetica Neue"/>
              </a:rPr>
              <a:t>Q</a:t>
            </a:r>
            <a:r>
              <a:rPr lang="en-US" sz="2400" b="1" i="0" u="none" dirty="0">
                <a:solidFill>
                  <a:schemeClr val="dk1"/>
                </a:solidFill>
                <a:highlight>
                  <a:srgbClr val="FFFF00"/>
                </a:highlight>
                <a:latin typeface="Helvetica Neue"/>
                <a:ea typeface="Helvetica Neue"/>
                <a:cs typeface="Helvetica Neue"/>
                <a:sym typeface="Helvetica Neue"/>
              </a:rPr>
              <a:t>) operation in schedule </a:t>
            </a:r>
            <a:r>
              <a:rPr lang="en-US" sz="2400" b="1" i="1" u="none" dirty="0">
                <a:solidFill>
                  <a:schemeClr val="dk1"/>
                </a:solidFill>
                <a:highlight>
                  <a:srgbClr val="FFFF00"/>
                </a:highlight>
                <a:latin typeface="Helvetica Neue"/>
                <a:ea typeface="Helvetica Neue"/>
                <a:cs typeface="Helvetica Neue"/>
                <a:sym typeface="Helvetica Neue"/>
              </a:rPr>
              <a:t>S </a:t>
            </a:r>
            <a:r>
              <a:rPr lang="en-US" sz="2400" b="1" i="0" u="none" dirty="0">
                <a:solidFill>
                  <a:schemeClr val="dk1"/>
                </a:solidFill>
                <a:highlight>
                  <a:srgbClr val="FFFF00"/>
                </a:highlight>
                <a:latin typeface="Helvetica Neue"/>
                <a:ea typeface="Helvetica Neue"/>
                <a:cs typeface="Helvetica Neue"/>
                <a:sym typeface="Helvetica Neue"/>
              </a:rPr>
              <a:t>must also perform the final</a:t>
            </a:r>
            <a:r>
              <a:rPr lang="en-US" sz="2400" b="1" i="1" u="none" dirty="0">
                <a:solidFill>
                  <a:schemeClr val="dk1"/>
                </a:solidFill>
                <a:highlight>
                  <a:srgbClr val="FFFF00"/>
                </a:highlight>
                <a:latin typeface="Helvetica Neue"/>
                <a:ea typeface="Helvetica Neue"/>
                <a:cs typeface="Helvetica Neue"/>
                <a:sym typeface="Helvetica Neue"/>
              </a:rPr>
              <a:t> </a:t>
            </a:r>
            <a:r>
              <a:rPr lang="en-US" sz="2400" b="1" i="0" u="none" dirty="0">
                <a:solidFill>
                  <a:schemeClr val="dk1"/>
                </a:solidFill>
                <a:highlight>
                  <a:srgbClr val="FFFF00"/>
                </a:highlight>
                <a:latin typeface="Helvetica Neue"/>
                <a:ea typeface="Helvetica Neue"/>
                <a:cs typeface="Helvetica Neue"/>
                <a:sym typeface="Helvetica Neue"/>
              </a:rPr>
              <a:t>write(</a:t>
            </a:r>
            <a:r>
              <a:rPr lang="en-US" sz="2400" b="1" i="1" u="none" dirty="0">
                <a:solidFill>
                  <a:schemeClr val="dk1"/>
                </a:solidFill>
                <a:highlight>
                  <a:srgbClr val="FFFF00"/>
                </a:highlight>
                <a:latin typeface="Helvetica Neue"/>
                <a:ea typeface="Helvetica Neue"/>
                <a:cs typeface="Helvetica Neue"/>
                <a:sym typeface="Helvetica Neue"/>
              </a:rPr>
              <a:t>Q</a:t>
            </a:r>
            <a:r>
              <a:rPr lang="en-US" sz="2400" b="1" i="0" u="none" dirty="0">
                <a:solidFill>
                  <a:schemeClr val="dk1"/>
                </a:solidFill>
                <a:highlight>
                  <a:srgbClr val="FFFF00"/>
                </a:highlight>
                <a:latin typeface="Helvetica Neue"/>
                <a:ea typeface="Helvetica Neue"/>
                <a:cs typeface="Helvetica Neue"/>
                <a:sym typeface="Helvetica Neue"/>
              </a:rPr>
              <a:t>) operation in schedule </a:t>
            </a:r>
            <a:r>
              <a:rPr lang="en-US" sz="2400" b="1" i="1" u="none" dirty="0">
                <a:solidFill>
                  <a:schemeClr val="dk1"/>
                </a:solidFill>
                <a:highlight>
                  <a:srgbClr val="FFFF00"/>
                </a:highlight>
                <a:latin typeface="Helvetica Neue"/>
                <a:ea typeface="Helvetica Neue"/>
                <a:cs typeface="Helvetica Neue"/>
                <a:sym typeface="Helvetica Neue"/>
              </a:rPr>
              <a:t>S’.</a:t>
            </a:r>
            <a:endParaRPr dirty="0">
              <a:highlight>
                <a:srgbClr val="FFFF00"/>
              </a:highlight>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37"/>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spcBef>
                <a:spcPts val="0"/>
              </a:spcBef>
              <a:spcAft>
                <a:spcPts val="0"/>
              </a:spcAft>
              <a:buNone/>
            </a:pPr>
            <a:endParaRPr sz="3200" b="1">
              <a:solidFill>
                <a:schemeClr val="dk2"/>
              </a:solidFill>
              <a:latin typeface="Helvetica Neue"/>
              <a:ea typeface="Helvetica Neue"/>
              <a:cs typeface="Helvetica Neue"/>
              <a:sym typeface="Helvetica Neue"/>
            </a:endParaRPr>
          </a:p>
        </p:txBody>
      </p:sp>
      <p:sp>
        <p:nvSpPr>
          <p:cNvPr id="253" name="Google Shape;253;p37"/>
          <p:cNvSpPr txBox="1">
            <a:spLocks noGrp="1"/>
          </p:cNvSpPr>
          <p:nvPr>
            <p:ph type="body" idx="1"/>
          </p:nvPr>
        </p:nvSpPr>
        <p:spPr>
          <a:xfrm>
            <a:off x="914400" y="1106487"/>
            <a:ext cx="8043862" cy="4903787"/>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2"/>
              </a:buClr>
              <a:buSzPts val="1800"/>
              <a:buFont typeface="Arial"/>
              <a:buNone/>
            </a:pPr>
            <a:endParaRPr sz="2000" b="0" i="0" u="none" strike="noStrike" cap="none" dirty="0">
              <a:solidFill>
                <a:schemeClr val="dk1"/>
              </a:solidFill>
              <a:latin typeface="Helvetica Neue"/>
              <a:ea typeface="Helvetica Neue"/>
              <a:cs typeface="Helvetica Neue"/>
              <a:sym typeface="Helvetica Neue"/>
            </a:endParaRPr>
          </a:p>
          <a:p>
            <a:pPr marL="342900" marR="0" lvl="1" indent="-342900" algn="l" rtl="0">
              <a:lnSpc>
                <a:spcPct val="100000"/>
              </a:lnSpc>
              <a:spcBef>
                <a:spcPts val="840"/>
              </a:spcBef>
              <a:spcAft>
                <a:spcPts val="0"/>
              </a:spcAft>
              <a:buClr>
                <a:schemeClr val="hlink"/>
              </a:buClr>
              <a:buSzPts val="1600"/>
              <a:buFont typeface="Arial"/>
              <a:buNone/>
            </a:pPr>
            <a:r>
              <a:rPr lang="en-US" sz="2000" b="0" i="0" u="none" strike="noStrike" cap="none" dirty="0">
                <a:solidFill>
                  <a:schemeClr val="dk1"/>
                </a:solidFill>
                <a:highlight>
                  <a:srgbClr val="FFFF00"/>
                </a:highlight>
                <a:latin typeface="Helvetica Neue"/>
                <a:ea typeface="Helvetica Neue"/>
                <a:cs typeface="Helvetica Neue"/>
                <a:sym typeface="Helvetica Neue"/>
              </a:rPr>
              <a:t>3.</a:t>
            </a:r>
            <a:r>
              <a:rPr lang="en-US" sz="2400" b="1" i="0" u="none" strike="noStrike" cap="none" dirty="0">
                <a:solidFill>
                  <a:schemeClr val="dk1"/>
                </a:solidFill>
                <a:highlight>
                  <a:srgbClr val="FFFF00"/>
                </a:highlight>
                <a:latin typeface="Helvetica Neue"/>
                <a:ea typeface="Helvetica Neue"/>
                <a:cs typeface="Helvetica Neue"/>
                <a:sym typeface="Helvetica Neue"/>
              </a:rPr>
              <a:t> If in schedule S transaction </a:t>
            </a:r>
            <a:r>
              <a:rPr lang="en-US" sz="2400" b="1" i="1" u="none" strike="noStrike" cap="none" dirty="0">
                <a:solidFill>
                  <a:schemeClr val="dk1"/>
                </a:solidFill>
                <a:highlight>
                  <a:srgbClr val="FFFF00"/>
                </a:highlight>
                <a:latin typeface="Helvetica Neue"/>
                <a:ea typeface="Helvetica Neue"/>
                <a:cs typeface="Helvetica Neue"/>
                <a:sym typeface="Helvetica Neue"/>
              </a:rPr>
              <a:t>T</a:t>
            </a:r>
            <a:r>
              <a:rPr lang="en-US" sz="2400" b="1" i="1" u="none" strike="noStrike" cap="none" baseline="-25000" dirty="0">
                <a:solidFill>
                  <a:schemeClr val="dk1"/>
                </a:solidFill>
                <a:highlight>
                  <a:srgbClr val="FFFF00"/>
                </a:highlight>
                <a:latin typeface="Helvetica Neue"/>
                <a:ea typeface="Helvetica Neue"/>
                <a:cs typeface="Helvetica Neue"/>
                <a:sym typeface="Helvetica Neue"/>
              </a:rPr>
              <a:t>i</a:t>
            </a:r>
            <a:r>
              <a:rPr lang="en-US" sz="2400" b="1" i="1" u="none" strike="noStrike" cap="none" dirty="0">
                <a:solidFill>
                  <a:schemeClr val="dk1"/>
                </a:solidFill>
                <a:highlight>
                  <a:srgbClr val="FFFF00"/>
                </a:highlight>
                <a:latin typeface="Helvetica Neue"/>
                <a:ea typeface="Helvetica Neue"/>
                <a:cs typeface="Helvetica Neue"/>
                <a:sym typeface="Helvetica Neue"/>
              </a:rPr>
              <a:t> </a:t>
            </a:r>
            <a:r>
              <a:rPr lang="en-US" sz="2400" b="1" i="0" u="none" strike="noStrike" cap="none" dirty="0">
                <a:solidFill>
                  <a:schemeClr val="dk1"/>
                </a:solidFill>
                <a:highlight>
                  <a:srgbClr val="FFFF00"/>
                </a:highlight>
                <a:latin typeface="Helvetica Neue"/>
                <a:ea typeface="Helvetica Neue"/>
                <a:cs typeface="Helvetica Neue"/>
                <a:sym typeface="Helvetica Neue"/>
              </a:rPr>
              <a:t>executes read(</a:t>
            </a:r>
            <a:r>
              <a:rPr lang="en-US" sz="2400" b="1" i="1" u="none" strike="noStrike" cap="none" dirty="0">
                <a:solidFill>
                  <a:schemeClr val="dk1"/>
                </a:solidFill>
                <a:highlight>
                  <a:srgbClr val="FFFF00"/>
                </a:highlight>
                <a:latin typeface="Helvetica Neue"/>
                <a:ea typeface="Helvetica Neue"/>
                <a:cs typeface="Helvetica Neue"/>
                <a:sym typeface="Helvetica Neue"/>
              </a:rPr>
              <a:t>Q)</a:t>
            </a:r>
            <a:r>
              <a:rPr lang="en-US" sz="2400" b="1" i="0" u="none" strike="noStrike" cap="none" dirty="0">
                <a:solidFill>
                  <a:schemeClr val="dk1"/>
                </a:solidFill>
                <a:highlight>
                  <a:srgbClr val="FFFF00"/>
                </a:highlight>
                <a:latin typeface="Helvetica Neue"/>
                <a:ea typeface="Helvetica Neue"/>
                <a:cs typeface="Helvetica Neue"/>
                <a:sym typeface="Helvetica Neue"/>
              </a:rPr>
              <a:t>, and that value was produced by transaction </a:t>
            </a:r>
            <a:r>
              <a:rPr lang="en-US" sz="2400" b="1" i="1" u="none" strike="noStrike" cap="none" dirty="0" err="1">
                <a:solidFill>
                  <a:schemeClr val="dk1"/>
                </a:solidFill>
                <a:highlight>
                  <a:srgbClr val="FFFF00"/>
                </a:highlight>
                <a:latin typeface="Helvetica Neue"/>
                <a:ea typeface="Helvetica Neue"/>
                <a:cs typeface="Helvetica Neue"/>
                <a:sym typeface="Helvetica Neue"/>
              </a:rPr>
              <a:t>T</a:t>
            </a:r>
            <a:r>
              <a:rPr lang="en-US" sz="2400" b="1" i="1" u="none" strike="noStrike" cap="none" baseline="-25000" dirty="0" err="1">
                <a:solidFill>
                  <a:schemeClr val="dk1"/>
                </a:solidFill>
                <a:highlight>
                  <a:srgbClr val="FFFF00"/>
                </a:highlight>
                <a:latin typeface="Helvetica Neue"/>
                <a:ea typeface="Helvetica Neue"/>
                <a:cs typeface="Helvetica Neue"/>
                <a:sym typeface="Helvetica Neue"/>
              </a:rPr>
              <a:t>j</a:t>
            </a:r>
            <a:r>
              <a:rPr lang="en-US" sz="2400" b="1" i="0" u="none" strike="noStrike" cap="none" dirty="0">
                <a:solidFill>
                  <a:schemeClr val="dk1"/>
                </a:solidFill>
                <a:highlight>
                  <a:srgbClr val="FFFF00"/>
                </a:highlight>
                <a:latin typeface="Helvetica Neue"/>
                <a:ea typeface="Helvetica Neue"/>
                <a:cs typeface="Helvetica Neue"/>
                <a:sym typeface="Helvetica Neue"/>
              </a:rPr>
              <a:t> </a:t>
            </a:r>
            <a:r>
              <a:rPr lang="en-US" sz="2400" b="1" i="1" u="none" strike="noStrike" cap="none" dirty="0">
                <a:solidFill>
                  <a:schemeClr val="dk1"/>
                </a:solidFill>
                <a:highlight>
                  <a:srgbClr val="FFFF00"/>
                </a:highlight>
                <a:latin typeface="Helvetica Neue"/>
                <a:ea typeface="Helvetica Neue"/>
                <a:cs typeface="Helvetica Neue"/>
                <a:sym typeface="Helvetica Neue"/>
              </a:rPr>
              <a:t> </a:t>
            </a:r>
            <a:r>
              <a:rPr lang="en-US" sz="2400" b="1" i="0" u="none" strike="noStrike" cap="none" dirty="0">
                <a:solidFill>
                  <a:schemeClr val="dk1"/>
                </a:solidFill>
                <a:highlight>
                  <a:srgbClr val="FFFF00"/>
                </a:highlight>
                <a:latin typeface="Helvetica Neue"/>
                <a:ea typeface="Helvetica Neue"/>
                <a:cs typeface="Helvetica Neue"/>
                <a:sym typeface="Helvetica Neue"/>
              </a:rPr>
              <a:t>(if any), then in schedule </a:t>
            </a:r>
            <a:r>
              <a:rPr lang="en-US" sz="2400" b="1" i="1" u="none" strike="noStrike" cap="none" dirty="0">
                <a:solidFill>
                  <a:schemeClr val="dk1"/>
                </a:solidFill>
                <a:highlight>
                  <a:srgbClr val="FFFF00"/>
                </a:highlight>
                <a:latin typeface="Helvetica Neue"/>
                <a:ea typeface="Helvetica Neue"/>
                <a:cs typeface="Helvetica Neue"/>
                <a:sym typeface="Helvetica Neue"/>
              </a:rPr>
              <a:t>S’</a:t>
            </a:r>
            <a:r>
              <a:rPr lang="en-US" sz="2400" b="1" i="0" u="none" strike="noStrike" cap="none" dirty="0">
                <a:solidFill>
                  <a:schemeClr val="dk1"/>
                </a:solidFill>
                <a:highlight>
                  <a:srgbClr val="FFFF00"/>
                </a:highlight>
                <a:latin typeface="Helvetica Neue"/>
                <a:ea typeface="Helvetica Neue"/>
                <a:cs typeface="Helvetica Neue"/>
                <a:sym typeface="Helvetica Neue"/>
              </a:rPr>
              <a:t> also transaction </a:t>
            </a:r>
            <a:r>
              <a:rPr lang="en-US" sz="2400" b="1" i="1" u="none" strike="noStrike" cap="none" dirty="0">
                <a:solidFill>
                  <a:schemeClr val="dk1"/>
                </a:solidFill>
                <a:highlight>
                  <a:srgbClr val="FFFF00"/>
                </a:highlight>
                <a:latin typeface="Helvetica Neue"/>
                <a:ea typeface="Helvetica Neue"/>
                <a:cs typeface="Helvetica Neue"/>
                <a:sym typeface="Helvetica Neue"/>
              </a:rPr>
              <a:t>T</a:t>
            </a:r>
            <a:r>
              <a:rPr lang="en-US" sz="2400" b="1" i="1" u="none" strike="noStrike" cap="none" baseline="-25000" dirty="0">
                <a:solidFill>
                  <a:schemeClr val="dk1"/>
                </a:solidFill>
                <a:highlight>
                  <a:srgbClr val="FFFF00"/>
                </a:highlight>
                <a:latin typeface="Helvetica Neue"/>
                <a:ea typeface="Helvetica Neue"/>
                <a:cs typeface="Helvetica Neue"/>
                <a:sym typeface="Helvetica Neue"/>
              </a:rPr>
              <a:t>i</a:t>
            </a:r>
            <a:r>
              <a:rPr lang="en-US" sz="2400" b="1" i="0" u="none" strike="noStrike" cap="none" dirty="0">
                <a:solidFill>
                  <a:schemeClr val="dk1"/>
                </a:solidFill>
                <a:highlight>
                  <a:srgbClr val="FFFF00"/>
                </a:highlight>
                <a:latin typeface="Helvetica Neue"/>
                <a:ea typeface="Helvetica Neue"/>
                <a:cs typeface="Helvetica Neue"/>
                <a:sym typeface="Helvetica Neue"/>
              </a:rPr>
              <a:t> must read the value of </a:t>
            </a:r>
            <a:r>
              <a:rPr lang="en-US" sz="2400" b="1" i="1" u="none" strike="noStrike" cap="none" dirty="0">
                <a:solidFill>
                  <a:schemeClr val="dk1"/>
                </a:solidFill>
                <a:highlight>
                  <a:srgbClr val="FFFF00"/>
                </a:highlight>
                <a:latin typeface="Helvetica Neue"/>
                <a:ea typeface="Helvetica Neue"/>
                <a:cs typeface="Helvetica Neue"/>
                <a:sym typeface="Helvetica Neue"/>
              </a:rPr>
              <a:t>Q</a:t>
            </a:r>
            <a:r>
              <a:rPr lang="en-US" sz="2400" b="1" i="0" u="none" strike="noStrike" cap="none" dirty="0">
                <a:solidFill>
                  <a:schemeClr val="dk1"/>
                </a:solidFill>
                <a:highlight>
                  <a:srgbClr val="FFFF00"/>
                </a:highlight>
                <a:latin typeface="Helvetica Neue"/>
                <a:ea typeface="Helvetica Neue"/>
                <a:cs typeface="Helvetica Neue"/>
                <a:sym typeface="Helvetica Neue"/>
              </a:rPr>
              <a:t> that was produced by the same write(Q) operation of transaction </a:t>
            </a:r>
            <a:r>
              <a:rPr lang="en-US" sz="2400" b="1" i="1" u="none" strike="noStrike" cap="none" dirty="0" err="1">
                <a:solidFill>
                  <a:schemeClr val="dk1"/>
                </a:solidFill>
                <a:highlight>
                  <a:srgbClr val="FFFF00"/>
                </a:highlight>
                <a:latin typeface="Helvetica Neue"/>
                <a:ea typeface="Helvetica Neue"/>
                <a:cs typeface="Helvetica Neue"/>
                <a:sym typeface="Helvetica Neue"/>
              </a:rPr>
              <a:t>T</a:t>
            </a:r>
            <a:r>
              <a:rPr lang="en-US" sz="2400" b="1" i="1" u="none" strike="noStrike" cap="none" baseline="-25000" dirty="0" err="1">
                <a:solidFill>
                  <a:schemeClr val="dk1"/>
                </a:solidFill>
                <a:highlight>
                  <a:srgbClr val="FFFF00"/>
                </a:highlight>
                <a:latin typeface="Helvetica Neue"/>
                <a:ea typeface="Helvetica Neue"/>
                <a:cs typeface="Helvetica Neue"/>
                <a:sym typeface="Helvetica Neue"/>
              </a:rPr>
              <a:t>j</a:t>
            </a:r>
            <a:r>
              <a:rPr lang="en-US" sz="2400" b="1" i="0" u="none" strike="noStrike" cap="none" dirty="0">
                <a:solidFill>
                  <a:schemeClr val="dk1"/>
                </a:solidFill>
                <a:highlight>
                  <a:srgbClr val="FFFF00"/>
                </a:highlight>
                <a:latin typeface="Helvetica Neue"/>
                <a:ea typeface="Helvetica Neue"/>
                <a:cs typeface="Helvetica Neue"/>
                <a:sym typeface="Helvetica Neue"/>
              </a:rPr>
              <a:t> .</a:t>
            </a:r>
            <a:endParaRPr dirty="0">
              <a:highlight>
                <a:srgbClr val="FFFF00"/>
              </a:highlight>
            </a:endParaRPr>
          </a:p>
          <a:p>
            <a:pPr marL="342900" marR="0" lvl="1" indent="-342900" algn="l" rtl="0">
              <a:lnSpc>
                <a:spcPct val="100000"/>
              </a:lnSpc>
              <a:spcBef>
                <a:spcPts val="840"/>
              </a:spcBef>
              <a:spcAft>
                <a:spcPts val="0"/>
              </a:spcAft>
              <a:buClr>
                <a:schemeClr val="hlink"/>
              </a:buClr>
              <a:buSzPts val="1920"/>
              <a:buFont typeface="Arial"/>
              <a:buNone/>
            </a:pPr>
            <a:endParaRPr sz="2400" b="0" i="0" u="none" strike="noStrike" cap="none" dirty="0">
              <a:solidFill>
                <a:schemeClr val="dk1"/>
              </a:solidFill>
              <a:highlight>
                <a:srgbClr val="FFFF00"/>
              </a:highlight>
              <a:latin typeface="Helvetica Neue"/>
              <a:ea typeface="Helvetica Neue"/>
              <a:cs typeface="Helvetica Neue"/>
              <a:sym typeface="Helvetica Neue"/>
            </a:endParaRPr>
          </a:p>
          <a:p>
            <a:pPr marL="342900" marR="0" lvl="0" indent="-342900" algn="l" rtl="0">
              <a:lnSpc>
                <a:spcPct val="100000"/>
              </a:lnSpc>
              <a:spcBef>
                <a:spcPts val="840"/>
              </a:spcBef>
              <a:spcAft>
                <a:spcPts val="0"/>
              </a:spcAft>
              <a:buClr>
                <a:schemeClr val="dk2"/>
              </a:buClr>
              <a:buSzPts val="2160"/>
              <a:buFont typeface="Arial"/>
              <a:buNone/>
            </a:pPr>
            <a:r>
              <a:rPr lang="en-US" sz="2400" b="0" i="0" u="none" strike="noStrike" cap="none" dirty="0">
                <a:solidFill>
                  <a:schemeClr val="dk1"/>
                </a:solidFill>
                <a:highlight>
                  <a:srgbClr val="FFFF00"/>
                </a:highlight>
                <a:latin typeface="Helvetica Neue"/>
                <a:ea typeface="Helvetica Neue"/>
                <a:cs typeface="Helvetica Neue"/>
                <a:sym typeface="Helvetica Neue"/>
              </a:rPr>
              <a:t>As can be seen, view equivalence is also based purely on </a:t>
            </a:r>
            <a:r>
              <a:rPr lang="en-US" sz="2400" b="1" i="0" u="none" strike="noStrike" cap="none" dirty="0">
                <a:solidFill>
                  <a:schemeClr val="dk1"/>
                </a:solidFill>
                <a:highlight>
                  <a:srgbClr val="FFFF00"/>
                </a:highlight>
                <a:latin typeface="Helvetica Neue"/>
                <a:ea typeface="Helvetica Neue"/>
                <a:cs typeface="Helvetica Neue"/>
                <a:sym typeface="Helvetica Neue"/>
              </a:rPr>
              <a:t>reads </a:t>
            </a:r>
            <a:r>
              <a:rPr lang="en-US" sz="2400" b="0" i="0" u="none" strike="noStrike" cap="none" dirty="0">
                <a:solidFill>
                  <a:schemeClr val="dk1"/>
                </a:solidFill>
                <a:highlight>
                  <a:srgbClr val="FFFF00"/>
                </a:highlight>
                <a:latin typeface="Helvetica Neue"/>
                <a:ea typeface="Helvetica Neue"/>
                <a:cs typeface="Helvetica Neue"/>
                <a:sym typeface="Helvetica Neue"/>
              </a:rPr>
              <a:t>and </a:t>
            </a:r>
            <a:r>
              <a:rPr lang="en-US" sz="2400" b="1" i="0" u="none" strike="noStrike" cap="none" dirty="0">
                <a:solidFill>
                  <a:schemeClr val="dk1"/>
                </a:solidFill>
                <a:highlight>
                  <a:srgbClr val="FFFF00"/>
                </a:highlight>
                <a:latin typeface="Helvetica Neue"/>
                <a:ea typeface="Helvetica Neue"/>
                <a:cs typeface="Helvetica Neue"/>
                <a:sym typeface="Helvetica Neue"/>
              </a:rPr>
              <a:t>writes</a:t>
            </a:r>
            <a:r>
              <a:rPr lang="en-US" sz="2400" b="0" i="0" u="none" strike="noStrike" cap="none" dirty="0">
                <a:solidFill>
                  <a:schemeClr val="dk1"/>
                </a:solidFill>
                <a:highlight>
                  <a:srgbClr val="FFFF00"/>
                </a:highlight>
                <a:latin typeface="Helvetica Neue"/>
                <a:ea typeface="Helvetica Neue"/>
                <a:cs typeface="Helvetica Neue"/>
                <a:sym typeface="Helvetica Neue"/>
              </a:rPr>
              <a:t> alone.</a:t>
            </a:r>
            <a:endParaRPr dirty="0">
              <a:highlight>
                <a:srgbClr val="FFFF00"/>
              </a:highlight>
            </a:endParaRPr>
          </a:p>
          <a:p>
            <a:pPr marL="342900" marR="0" lvl="0" indent="-205740" algn="l" rtl="0">
              <a:spcBef>
                <a:spcPts val="840"/>
              </a:spcBef>
              <a:spcAft>
                <a:spcPts val="0"/>
              </a:spcAft>
              <a:buClr>
                <a:schemeClr val="dk2"/>
              </a:buClr>
              <a:buSzPts val="2160"/>
              <a:buFont typeface="Arial"/>
              <a:buNone/>
            </a:pPr>
            <a:endParaRPr sz="2400" b="0" i="0" u="none" dirty="0">
              <a:solidFill>
                <a:schemeClr val="dk1"/>
              </a:solidFill>
              <a:latin typeface="Helvetica Neue"/>
              <a:ea typeface="Helvetica Neue"/>
              <a:cs typeface="Helvetica Neue"/>
              <a:sym typeface="Helvetica Neue"/>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38"/>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View Serializability (Cont.)</a:t>
            </a:r>
            <a:endParaRPr/>
          </a:p>
        </p:txBody>
      </p:sp>
      <p:sp>
        <p:nvSpPr>
          <p:cNvPr id="260" name="Google Shape;260;p38"/>
          <p:cNvSpPr txBox="1">
            <a:spLocks noGrp="1"/>
          </p:cNvSpPr>
          <p:nvPr>
            <p:ph type="body" idx="1"/>
          </p:nvPr>
        </p:nvSpPr>
        <p:spPr>
          <a:xfrm>
            <a:off x="914400" y="712787"/>
            <a:ext cx="7397750" cy="836612"/>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800"/>
              <a:buFont typeface="Arial"/>
              <a:buChar char="●"/>
            </a:pPr>
            <a:r>
              <a:rPr lang="en-US" sz="2000" b="0" i="0" u="none">
                <a:solidFill>
                  <a:schemeClr val="dk1"/>
                </a:solidFill>
                <a:latin typeface="Helvetica Neue"/>
                <a:ea typeface="Helvetica Neue"/>
                <a:cs typeface="Helvetica Neue"/>
                <a:sym typeface="Helvetica Neue"/>
              </a:rPr>
              <a:t>Schedule x can be transformed into Schedule y, a serial schedule where </a:t>
            </a:r>
            <a:r>
              <a:rPr lang="en-US" sz="2000" b="0" i="1" u="none">
                <a:solidFill>
                  <a:schemeClr val="dk1"/>
                </a:solidFill>
                <a:latin typeface="Helvetica Neue"/>
                <a:ea typeface="Helvetica Neue"/>
                <a:cs typeface="Helvetica Neue"/>
                <a:sym typeface="Helvetica Neue"/>
              </a:rPr>
              <a:t>T</a:t>
            </a:r>
            <a:r>
              <a:rPr lang="en-US" sz="2000" b="0" i="0" u="none" baseline="-25000">
                <a:solidFill>
                  <a:schemeClr val="dk1"/>
                </a:solidFill>
                <a:latin typeface="Helvetica Neue"/>
                <a:ea typeface="Helvetica Neue"/>
                <a:cs typeface="Helvetica Neue"/>
                <a:sym typeface="Helvetica Neue"/>
              </a:rPr>
              <a:t>2</a:t>
            </a:r>
            <a:r>
              <a:rPr lang="en-US" sz="2000" b="0" i="0" u="none">
                <a:solidFill>
                  <a:schemeClr val="dk1"/>
                </a:solidFill>
                <a:latin typeface="Helvetica Neue"/>
                <a:ea typeface="Helvetica Neue"/>
                <a:cs typeface="Helvetica Neue"/>
                <a:sym typeface="Helvetica Neue"/>
              </a:rPr>
              <a:t> follows </a:t>
            </a:r>
            <a:r>
              <a:rPr lang="en-US" sz="2000" b="0" i="1" u="none">
                <a:solidFill>
                  <a:schemeClr val="dk1"/>
                </a:solidFill>
                <a:latin typeface="Helvetica Neue"/>
                <a:ea typeface="Helvetica Neue"/>
                <a:cs typeface="Helvetica Neue"/>
                <a:sym typeface="Helvetica Neue"/>
              </a:rPr>
              <a:t>T</a:t>
            </a:r>
            <a:r>
              <a:rPr lang="en-US" sz="2000" b="0" i="0" u="none" baseline="-25000">
                <a:solidFill>
                  <a:schemeClr val="dk1"/>
                </a:solidFill>
                <a:latin typeface="Helvetica Neue"/>
                <a:ea typeface="Helvetica Neue"/>
                <a:cs typeface="Helvetica Neue"/>
                <a:sym typeface="Helvetica Neue"/>
              </a:rPr>
              <a:t>1</a:t>
            </a:r>
            <a:r>
              <a:rPr lang="en-US" sz="2000" b="0" i="0" u="none">
                <a:solidFill>
                  <a:schemeClr val="dk1"/>
                </a:solidFill>
                <a:latin typeface="Helvetica Neue"/>
                <a:ea typeface="Helvetica Neue"/>
                <a:cs typeface="Helvetica Neue"/>
                <a:sym typeface="Helvetica Neue"/>
              </a:rPr>
              <a:t>, by series of swaps of instructions. </a:t>
            </a:r>
            <a:endParaRPr/>
          </a:p>
        </p:txBody>
      </p:sp>
      <p:pic>
        <p:nvPicPr>
          <p:cNvPr id="261" name="Google Shape;261;p38"/>
          <p:cNvPicPr preferRelativeResize="0"/>
          <p:nvPr/>
        </p:nvPicPr>
        <p:blipFill rotWithShape="1">
          <a:blip r:embed="rId3">
            <a:alphaModFix/>
          </a:blip>
          <a:srcRect l="17239" t="299" r="17461" b="894"/>
          <a:stretch/>
        </p:blipFill>
        <p:spPr>
          <a:xfrm>
            <a:off x="866775" y="1797050"/>
            <a:ext cx="3003550" cy="3409950"/>
          </a:xfrm>
          <a:prstGeom prst="rect">
            <a:avLst/>
          </a:prstGeom>
          <a:noFill/>
          <a:ln w="38100" cap="flat" cmpd="dbl">
            <a:solidFill>
              <a:schemeClr val="dk2"/>
            </a:solidFill>
            <a:prstDash val="solid"/>
            <a:miter lim="800000"/>
            <a:headEnd type="none" w="sm" len="sm"/>
            <a:tailEnd type="none" w="sm" len="sm"/>
          </a:ln>
        </p:spPr>
      </p:pic>
      <p:pic>
        <p:nvPicPr>
          <p:cNvPr id="262" name="Google Shape;262;p38"/>
          <p:cNvPicPr preferRelativeResize="0"/>
          <p:nvPr/>
        </p:nvPicPr>
        <p:blipFill rotWithShape="1">
          <a:blip r:embed="rId4">
            <a:alphaModFix/>
          </a:blip>
          <a:srcRect l="17505" t="531" r="17904" b="795"/>
          <a:stretch/>
        </p:blipFill>
        <p:spPr>
          <a:xfrm>
            <a:off x="4924425" y="1779587"/>
            <a:ext cx="2970212" cy="3403600"/>
          </a:xfrm>
          <a:prstGeom prst="rect">
            <a:avLst/>
          </a:prstGeom>
          <a:noFill/>
          <a:ln w="38100" cap="flat" cmpd="dbl">
            <a:solidFill>
              <a:schemeClr val="dk2"/>
            </a:solidFill>
            <a:prstDash val="solid"/>
            <a:miter lim="800000"/>
            <a:headEnd type="none" w="sm" len="sm"/>
            <a:tailEnd type="none" w="sm" len="sm"/>
          </a:ln>
        </p:spPr>
      </p:pic>
      <p:sp>
        <p:nvSpPr>
          <p:cNvPr id="263" name="Google Shape;263;p38"/>
          <p:cNvSpPr txBox="1"/>
          <p:nvPr/>
        </p:nvSpPr>
        <p:spPr>
          <a:xfrm>
            <a:off x="1517650" y="5364162"/>
            <a:ext cx="1454150" cy="400050"/>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Clr>
                <a:schemeClr val="dk1"/>
              </a:buClr>
              <a:buSzPts val="2000"/>
              <a:buFont typeface="Helvetica Neue"/>
              <a:buNone/>
            </a:pPr>
            <a:r>
              <a:rPr lang="en-US" sz="2000" b="0" i="0" u="none">
                <a:solidFill>
                  <a:schemeClr val="dk1"/>
                </a:solidFill>
                <a:latin typeface="Helvetica Neue"/>
                <a:ea typeface="Helvetica Neue"/>
                <a:cs typeface="Helvetica Neue"/>
                <a:sym typeface="Helvetica Neue"/>
              </a:rPr>
              <a:t>Schedule x</a:t>
            </a:r>
            <a:endParaRPr/>
          </a:p>
        </p:txBody>
      </p:sp>
      <p:sp>
        <p:nvSpPr>
          <p:cNvPr id="264" name="Google Shape;264;p38"/>
          <p:cNvSpPr txBox="1"/>
          <p:nvPr/>
        </p:nvSpPr>
        <p:spPr>
          <a:xfrm>
            <a:off x="5683250" y="5233987"/>
            <a:ext cx="1454150" cy="400050"/>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Clr>
                <a:schemeClr val="dk1"/>
              </a:buClr>
              <a:buSzPts val="2000"/>
              <a:buFont typeface="Helvetica Neue"/>
              <a:buNone/>
            </a:pPr>
            <a:r>
              <a:rPr lang="en-US" sz="2000" b="0" i="0" u="none">
                <a:solidFill>
                  <a:schemeClr val="dk1"/>
                </a:solidFill>
                <a:latin typeface="Helvetica Neue"/>
                <a:ea typeface="Helvetica Neue"/>
                <a:cs typeface="Helvetica Neue"/>
                <a:sym typeface="Helvetica Neue"/>
              </a:rPr>
              <a:t>Schedule y</a:t>
            </a:r>
            <a:endParaRPr/>
          </a:p>
        </p:txBody>
      </p:sp>
      <p:sp>
        <p:nvSpPr>
          <p:cNvPr id="265" name="Google Shape;265;p38"/>
          <p:cNvSpPr txBox="1"/>
          <p:nvPr/>
        </p:nvSpPr>
        <p:spPr>
          <a:xfrm>
            <a:off x="549275" y="6003925"/>
            <a:ext cx="7850187" cy="461962"/>
          </a:xfrm>
          <a:prstGeom prst="rect">
            <a:avLst/>
          </a:prstGeom>
          <a:noFill/>
          <a:ln>
            <a:noFill/>
          </a:ln>
        </p:spPr>
        <p:txBody>
          <a:bodyPr spcFirstLastPara="1" wrap="square" lIns="91425" tIns="45700" rIns="91425" bIns="45700" anchor="t" anchorCtr="0">
            <a:spAutoFit/>
          </a:bodyPr>
          <a:lstStyle/>
          <a:p>
            <a:pPr marL="342900" marR="0" lvl="0" indent="-342900" algn="r" rtl="0">
              <a:lnSpc>
                <a:spcPct val="100000"/>
              </a:lnSpc>
              <a:spcBef>
                <a:spcPts val="0"/>
              </a:spcBef>
              <a:spcAft>
                <a:spcPts val="0"/>
              </a:spcAft>
              <a:buClr>
                <a:schemeClr val="dk1"/>
              </a:buClr>
              <a:buSzPts val="2400"/>
              <a:buFont typeface="Arial"/>
              <a:buChar char="•"/>
            </a:pPr>
            <a:r>
              <a:rPr lang="en-US" sz="2400" b="0" i="0" u="none">
                <a:solidFill>
                  <a:schemeClr val="dk1"/>
                </a:solidFill>
                <a:latin typeface="Helvetica Neue"/>
                <a:ea typeface="Helvetica Neue"/>
                <a:cs typeface="Helvetica Neue"/>
                <a:sym typeface="Helvetica Neue"/>
              </a:rPr>
              <a:t>A schedule </a:t>
            </a:r>
            <a:r>
              <a:rPr lang="en-US" sz="2400" b="0" i="1" u="none">
                <a:solidFill>
                  <a:schemeClr val="dk1"/>
                </a:solidFill>
                <a:latin typeface="Helvetica Neue"/>
                <a:ea typeface="Helvetica Neue"/>
                <a:cs typeface="Helvetica Neue"/>
                <a:sym typeface="Helvetica Neue"/>
              </a:rPr>
              <a:t>X</a:t>
            </a:r>
            <a:r>
              <a:rPr lang="en-US" sz="2400" b="0" i="0" u="none">
                <a:solidFill>
                  <a:schemeClr val="dk1"/>
                </a:solidFill>
                <a:latin typeface="Helvetica Neue"/>
                <a:ea typeface="Helvetica Neue"/>
                <a:cs typeface="Helvetica Neue"/>
                <a:sym typeface="Helvetica Neue"/>
              </a:rPr>
              <a:t> is view equivalent to a serial schedule Y</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39"/>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View Serializability (Cont.)</a:t>
            </a:r>
            <a:endParaRPr/>
          </a:p>
        </p:txBody>
      </p:sp>
      <p:sp>
        <p:nvSpPr>
          <p:cNvPr id="272" name="Google Shape;272;p39"/>
          <p:cNvSpPr txBox="1">
            <a:spLocks noGrp="1"/>
          </p:cNvSpPr>
          <p:nvPr>
            <p:ph type="body" idx="1"/>
          </p:nvPr>
        </p:nvSpPr>
        <p:spPr>
          <a:xfrm>
            <a:off x="914400" y="1106487"/>
            <a:ext cx="7848600" cy="5003800"/>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2160"/>
              <a:buFont typeface="Arial"/>
              <a:buChar char="●"/>
            </a:pPr>
            <a:r>
              <a:rPr lang="en-US" sz="2400" b="1" i="0" u="none" dirty="0">
                <a:solidFill>
                  <a:schemeClr val="dk1"/>
                </a:solidFill>
                <a:latin typeface="Helvetica Neue"/>
                <a:ea typeface="Helvetica Neue"/>
                <a:cs typeface="Helvetica Neue"/>
                <a:sym typeface="Helvetica Neue"/>
              </a:rPr>
              <a:t>A schedule </a:t>
            </a:r>
            <a:r>
              <a:rPr lang="en-US" sz="2400" b="1" i="1" u="none" dirty="0">
                <a:solidFill>
                  <a:schemeClr val="dk1"/>
                </a:solidFill>
                <a:latin typeface="Helvetica Neue"/>
                <a:ea typeface="Helvetica Neue"/>
                <a:cs typeface="Helvetica Neue"/>
                <a:sym typeface="Helvetica Neue"/>
              </a:rPr>
              <a:t>S</a:t>
            </a:r>
            <a:r>
              <a:rPr lang="en-US" sz="2400" b="1" i="0" u="none" dirty="0">
                <a:solidFill>
                  <a:schemeClr val="dk1"/>
                </a:solidFill>
                <a:latin typeface="Helvetica Neue"/>
                <a:ea typeface="Helvetica Neue"/>
                <a:cs typeface="Helvetica Neue"/>
                <a:sym typeface="Helvetica Neue"/>
              </a:rPr>
              <a:t> is </a:t>
            </a:r>
            <a:r>
              <a:rPr lang="en-US" sz="2400" b="1" i="0" u="none" dirty="0">
                <a:solidFill>
                  <a:schemeClr val="dk2"/>
                </a:solidFill>
                <a:latin typeface="Helvetica Neue"/>
                <a:ea typeface="Helvetica Neue"/>
                <a:cs typeface="Helvetica Neue"/>
                <a:sym typeface="Helvetica Neue"/>
              </a:rPr>
              <a:t>view serializable</a:t>
            </a:r>
            <a:r>
              <a:rPr lang="en-US" sz="2400" b="1" i="1" u="none" dirty="0">
                <a:solidFill>
                  <a:schemeClr val="dk1"/>
                </a:solidFill>
                <a:latin typeface="Helvetica Neue"/>
                <a:ea typeface="Helvetica Neue"/>
                <a:cs typeface="Helvetica Neue"/>
                <a:sym typeface="Helvetica Neue"/>
              </a:rPr>
              <a:t> </a:t>
            </a:r>
            <a:r>
              <a:rPr lang="en-US" sz="2400" b="1" i="0" u="none" dirty="0">
                <a:solidFill>
                  <a:schemeClr val="dk1"/>
                </a:solidFill>
                <a:latin typeface="Helvetica Neue"/>
                <a:ea typeface="Helvetica Neue"/>
                <a:cs typeface="Helvetica Neue"/>
                <a:sym typeface="Helvetica Neue"/>
              </a:rPr>
              <a:t>if it is view equivalent to a serial schedule.</a:t>
            </a:r>
            <a:endParaRPr dirty="0"/>
          </a:p>
          <a:p>
            <a:pPr marL="342900" lvl="0" indent="-342900" algn="l" rtl="0">
              <a:lnSpc>
                <a:spcPct val="100000"/>
              </a:lnSpc>
              <a:spcBef>
                <a:spcPts val="840"/>
              </a:spcBef>
              <a:spcAft>
                <a:spcPts val="0"/>
              </a:spcAft>
              <a:buSzPts val="2160"/>
              <a:buNone/>
            </a:pPr>
            <a:endParaRPr sz="2400" b="1" i="0" u="none" dirty="0">
              <a:solidFill>
                <a:schemeClr val="dk1"/>
              </a:solidFill>
              <a:latin typeface="Helvetica Neue"/>
              <a:ea typeface="Helvetica Neue"/>
              <a:cs typeface="Helvetica Neue"/>
              <a:sym typeface="Helvetica Neue"/>
            </a:endParaRPr>
          </a:p>
          <a:p>
            <a:pPr marL="342900" lvl="0" indent="-342900" algn="l" rtl="0">
              <a:lnSpc>
                <a:spcPct val="100000"/>
              </a:lnSpc>
              <a:spcBef>
                <a:spcPts val="840"/>
              </a:spcBef>
              <a:spcAft>
                <a:spcPts val="0"/>
              </a:spcAft>
              <a:buClr>
                <a:schemeClr val="dk2"/>
              </a:buClr>
              <a:buSzPts val="2160"/>
              <a:buFont typeface="Arial"/>
              <a:buChar char="●"/>
            </a:pPr>
            <a:r>
              <a:rPr lang="en-US" sz="2400" b="1" i="0" u="none" dirty="0">
                <a:solidFill>
                  <a:schemeClr val="dk1"/>
                </a:solidFill>
                <a:latin typeface="Helvetica Neue"/>
                <a:ea typeface="Helvetica Neue"/>
                <a:cs typeface="Helvetica Neue"/>
                <a:sym typeface="Helvetica Neue"/>
              </a:rPr>
              <a:t>So schedule </a:t>
            </a:r>
            <a:r>
              <a:rPr lang="en-US" sz="2400" b="1" i="1" u="none" dirty="0">
                <a:solidFill>
                  <a:schemeClr val="dk1"/>
                </a:solidFill>
                <a:latin typeface="Helvetica Neue"/>
                <a:ea typeface="Helvetica Neue"/>
                <a:cs typeface="Helvetica Neue"/>
                <a:sym typeface="Helvetica Neue"/>
              </a:rPr>
              <a:t>X</a:t>
            </a:r>
            <a:r>
              <a:rPr lang="en-US" sz="2400" b="1" i="0" u="none" dirty="0">
                <a:solidFill>
                  <a:schemeClr val="dk1"/>
                </a:solidFill>
                <a:latin typeface="Helvetica Neue"/>
                <a:ea typeface="Helvetica Neue"/>
                <a:cs typeface="Helvetica Neue"/>
                <a:sym typeface="Helvetica Neue"/>
              </a:rPr>
              <a:t> is </a:t>
            </a:r>
            <a:r>
              <a:rPr lang="en-US" sz="2400" b="1" i="0" u="none" dirty="0">
                <a:solidFill>
                  <a:schemeClr val="dk2"/>
                </a:solidFill>
                <a:latin typeface="Helvetica Neue"/>
                <a:ea typeface="Helvetica Neue"/>
                <a:cs typeface="Helvetica Neue"/>
                <a:sym typeface="Helvetica Neue"/>
              </a:rPr>
              <a:t>view serializable</a:t>
            </a:r>
            <a:r>
              <a:rPr lang="en-US" sz="2400" b="1" i="1" u="none" dirty="0">
                <a:solidFill>
                  <a:schemeClr val="dk1"/>
                </a:solidFill>
                <a:latin typeface="Helvetica Neue"/>
                <a:ea typeface="Helvetica Neue"/>
                <a:cs typeface="Helvetica Neue"/>
                <a:sym typeface="Helvetica Neue"/>
              </a:rPr>
              <a:t> ,</a:t>
            </a:r>
            <a:r>
              <a:rPr lang="en-US" sz="2400" b="1" i="0" u="none" dirty="0">
                <a:solidFill>
                  <a:schemeClr val="dk1"/>
                </a:solidFill>
                <a:latin typeface="Helvetica Neue"/>
                <a:ea typeface="Helvetica Neue"/>
                <a:cs typeface="Helvetica Neue"/>
                <a:sym typeface="Helvetica Neue"/>
              </a:rPr>
              <a:t> since it is view equivalent to a serial schedule Y</a:t>
            </a:r>
            <a:endParaRPr dirty="0"/>
          </a:p>
          <a:p>
            <a:pPr marL="342900" lvl="0" indent="-205740" algn="l" rtl="0">
              <a:lnSpc>
                <a:spcPct val="100000"/>
              </a:lnSpc>
              <a:spcBef>
                <a:spcPts val="840"/>
              </a:spcBef>
              <a:spcAft>
                <a:spcPts val="0"/>
              </a:spcAft>
              <a:buClr>
                <a:schemeClr val="dk2"/>
              </a:buClr>
              <a:buSzPts val="2160"/>
              <a:buFont typeface="Arial"/>
              <a:buNone/>
            </a:pPr>
            <a:endParaRPr sz="2400" b="1" i="0" u="none" dirty="0">
              <a:solidFill>
                <a:schemeClr val="dk1"/>
              </a:solidFill>
              <a:latin typeface="Helvetica Neue"/>
              <a:ea typeface="Helvetica Neue"/>
              <a:cs typeface="Helvetica Neue"/>
              <a:sym typeface="Helvetica Neue"/>
            </a:endParaRPr>
          </a:p>
          <a:p>
            <a:pPr marL="342900" lvl="0" indent="-342900" algn="l" rtl="0">
              <a:lnSpc>
                <a:spcPct val="100000"/>
              </a:lnSpc>
              <a:spcBef>
                <a:spcPts val="840"/>
              </a:spcBef>
              <a:spcAft>
                <a:spcPts val="0"/>
              </a:spcAft>
              <a:buClr>
                <a:schemeClr val="dk2"/>
              </a:buClr>
              <a:buSzPts val="2160"/>
              <a:buFont typeface="Arial"/>
              <a:buChar char="●"/>
            </a:pPr>
            <a:r>
              <a:rPr lang="en-US" sz="2400" b="1" i="0" u="none" dirty="0">
                <a:solidFill>
                  <a:schemeClr val="dk1"/>
                </a:solidFill>
                <a:highlight>
                  <a:srgbClr val="FFFF00"/>
                </a:highlight>
                <a:latin typeface="Helvetica Neue"/>
                <a:ea typeface="Helvetica Neue"/>
                <a:cs typeface="Helvetica Neue"/>
                <a:sym typeface="Helvetica Neue"/>
              </a:rPr>
              <a:t>Every conflict serializable schedule is also view serializable.</a:t>
            </a:r>
            <a:endParaRPr dirty="0">
              <a:highlight>
                <a:srgbClr val="FFFF00"/>
              </a:highlight>
            </a:endParaRPr>
          </a:p>
          <a:p>
            <a:pPr marL="342900" lvl="0" indent="-205740" algn="l" rtl="0">
              <a:spcBef>
                <a:spcPts val="840"/>
              </a:spcBef>
              <a:spcAft>
                <a:spcPts val="0"/>
              </a:spcAft>
              <a:buSzPts val="2160"/>
              <a:buNone/>
            </a:pPr>
            <a:endParaRPr sz="2400" b="1" i="0" u="none" dirty="0">
              <a:solidFill>
                <a:schemeClr val="dk1"/>
              </a:solidFill>
              <a:latin typeface="Helvetica Neue"/>
              <a:ea typeface="Helvetica Neue"/>
              <a:cs typeface="Helvetica Neue"/>
              <a:sym typeface="Helvetica Neue"/>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40"/>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View Serializability (Cont.)</a:t>
            </a:r>
            <a:endParaRPr/>
          </a:p>
        </p:txBody>
      </p:sp>
      <p:sp>
        <p:nvSpPr>
          <p:cNvPr id="279" name="Google Shape;279;p40"/>
          <p:cNvSpPr txBox="1">
            <a:spLocks noGrp="1"/>
          </p:cNvSpPr>
          <p:nvPr>
            <p:ph type="body" idx="1"/>
          </p:nvPr>
        </p:nvSpPr>
        <p:spPr>
          <a:xfrm>
            <a:off x="914400" y="1106487"/>
            <a:ext cx="7848600" cy="5400675"/>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2160"/>
              <a:buFont typeface="Arial"/>
              <a:buChar char="●"/>
            </a:pPr>
            <a:r>
              <a:rPr lang="en-US" sz="2400" b="1" i="0" u="none" dirty="0">
                <a:solidFill>
                  <a:schemeClr val="dk1"/>
                </a:solidFill>
                <a:latin typeface="Helvetica Neue"/>
                <a:ea typeface="Helvetica Neue"/>
                <a:cs typeface="Helvetica Neue"/>
                <a:sym typeface="Helvetica Neue"/>
              </a:rPr>
              <a:t>what serial schedule is above equivalent to?</a:t>
            </a:r>
            <a:endParaRPr dirty="0"/>
          </a:p>
          <a:p>
            <a:pPr marL="342900" lvl="0" indent="-342900" algn="l" rtl="0">
              <a:lnSpc>
                <a:spcPct val="100000"/>
              </a:lnSpc>
              <a:spcBef>
                <a:spcPts val="840"/>
              </a:spcBef>
              <a:spcAft>
                <a:spcPts val="0"/>
              </a:spcAft>
              <a:buSzPts val="2160"/>
              <a:buNone/>
            </a:pPr>
            <a:endParaRPr sz="2400" b="1" i="0" u="none" dirty="0">
              <a:solidFill>
                <a:schemeClr val="dk1"/>
              </a:solidFill>
              <a:latin typeface="Helvetica Neue"/>
              <a:ea typeface="Helvetica Neue"/>
              <a:cs typeface="Helvetica Neue"/>
              <a:sym typeface="Helvetica Neue"/>
            </a:endParaRPr>
          </a:p>
          <a:p>
            <a:pPr marL="342900" lvl="0" indent="-342900" algn="l" rtl="0">
              <a:lnSpc>
                <a:spcPct val="100000"/>
              </a:lnSpc>
              <a:spcBef>
                <a:spcPts val="840"/>
              </a:spcBef>
              <a:spcAft>
                <a:spcPts val="0"/>
              </a:spcAft>
              <a:buClr>
                <a:schemeClr val="dk2"/>
              </a:buClr>
              <a:buSzPts val="2160"/>
              <a:buFont typeface="Arial"/>
              <a:buChar char="●"/>
            </a:pPr>
            <a:r>
              <a:rPr lang="en-US" sz="2400" b="1" i="0" u="none" dirty="0">
                <a:solidFill>
                  <a:schemeClr val="dk1"/>
                </a:solidFill>
                <a:latin typeface="Helvetica Neue"/>
                <a:ea typeface="Helvetica Neue"/>
                <a:cs typeface="Helvetica Neue"/>
                <a:sym typeface="Helvetica Neue"/>
              </a:rPr>
              <a:t>Below is a schedule which is view-serializable but </a:t>
            </a:r>
            <a:r>
              <a:rPr lang="en-US" sz="2400" b="1" i="1" u="none" dirty="0">
                <a:solidFill>
                  <a:schemeClr val="dk1"/>
                </a:solidFill>
                <a:latin typeface="Helvetica Neue"/>
                <a:ea typeface="Helvetica Neue"/>
                <a:cs typeface="Helvetica Neue"/>
                <a:sym typeface="Helvetica Neue"/>
              </a:rPr>
              <a:t>not </a:t>
            </a:r>
            <a:r>
              <a:rPr lang="en-US" sz="2400" b="1" i="0" u="none" dirty="0">
                <a:solidFill>
                  <a:schemeClr val="dk1"/>
                </a:solidFill>
                <a:latin typeface="Helvetica Neue"/>
                <a:ea typeface="Helvetica Neue"/>
                <a:cs typeface="Helvetica Neue"/>
                <a:sym typeface="Helvetica Neue"/>
              </a:rPr>
              <a:t>conflict serializable.</a:t>
            </a:r>
            <a:br>
              <a:rPr lang="en-US" sz="2400" b="1" i="0" u="none" dirty="0">
                <a:solidFill>
                  <a:schemeClr val="dk1"/>
                </a:solidFill>
                <a:latin typeface="Helvetica Neue"/>
                <a:ea typeface="Helvetica Neue"/>
                <a:cs typeface="Helvetica Neue"/>
                <a:sym typeface="Helvetica Neue"/>
              </a:rPr>
            </a:br>
            <a:r>
              <a:rPr lang="en-US" sz="2400" b="1" i="0" u="none" dirty="0">
                <a:solidFill>
                  <a:schemeClr val="dk1"/>
                </a:solidFill>
                <a:latin typeface="Helvetica Neue"/>
                <a:ea typeface="Helvetica Neue"/>
                <a:cs typeface="Helvetica Neue"/>
                <a:sym typeface="Helvetica Neue"/>
              </a:rPr>
              <a:t> </a:t>
            </a:r>
            <a:endParaRPr dirty="0"/>
          </a:p>
          <a:p>
            <a:pPr marL="342900" lvl="0" indent="-342900" algn="l" rtl="0">
              <a:lnSpc>
                <a:spcPct val="100000"/>
              </a:lnSpc>
              <a:spcBef>
                <a:spcPts val="840"/>
              </a:spcBef>
              <a:spcAft>
                <a:spcPts val="0"/>
              </a:spcAft>
              <a:buClr>
                <a:schemeClr val="dk2"/>
              </a:buClr>
              <a:buSzPts val="2160"/>
              <a:buFont typeface="Arial"/>
              <a:buChar char="●"/>
            </a:pPr>
            <a:r>
              <a:rPr lang="en-US" sz="2400" b="1" i="0" u="none" dirty="0">
                <a:solidFill>
                  <a:schemeClr val="dk1"/>
                </a:solidFill>
                <a:highlight>
                  <a:srgbClr val="FFFF00"/>
                </a:highlight>
                <a:latin typeface="Helvetica Neue"/>
                <a:ea typeface="Helvetica Neue"/>
                <a:cs typeface="Helvetica Neue"/>
                <a:sym typeface="Helvetica Neue"/>
              </a:rPr>
              <a:t>Every view serializable schedule that is not conflict serializable has </a:t>
            </a:r>
            <a:r>
              <a:rPr lang="en-US" sz="2400" b="1" i="0" u="none" dirty="0">
                <a:solidFill>
                  <a:schemeClr val="dk2"/>
                </a:solidFill>
                <a:highlight>
                  <a:srgbClr val="FFFF00"/>
                </a:highlight>
                <a:latin typeface="Helvetica Neue"/>
                <a:ea typeface="Helvetica Neue"/>
                <a:cs typeface="Helvetica Neue"/>
                <a:sym typeface="Helvetica Neue"/>
              </a:rPr>
              <a:t>blind writes.</a:t>
            </a:r>
            <a:endParaRPr dirty="0">
              <a:highlight>
                <a:srgbClr val="FFFF00"/>
              </a:highlight>
            </a:endParaRPr>
          </a:p>
          <a:p>
            <a:pPr marL="342900" lvl="0" indent="-342900" algn="l" rtl="0">
              <a:lnSpc>
                <a:spcPct val="100000"/>
              </a:lnSpc>
              <a:spcBef>
                <a:spcPts val="840"/>
              </a:spcBef>
              <a:spcAft>
                <a:spcPts val="0"/>
              </a:spcAft>
              <a:buClr>
                <a:schemeClr val="dk2"/>
              </a:buClr>
              <a:buSzPts val="2160"/>
              <a:buFont typeface="Arial"/>
              <a:buChar char="●"/>
            </a:pPr>
            <a:r>
              <a:rPr lang="en-US" sz="2400" b="1" i="0" u="none" dirty="0">
                <a:solidFill>
                  <a:schemeClr val="dk2"/>
                </a:solidFill>
                <a:highlight>
                  <a:srgbClr val="FFFF00"/>
                </a:highlight>
                <a:latin typeface="Helvetica Neue"/>
                <a:ea typeface="Helvetica Neue"/>
                <a:cs typeface="Helvetica Neue"/>
                <a:sym typeface="Helvetica Neue"/>
              </a:rPr>
              <a:t>The write operations which are not read later are called blind writes</a:t>
            </a:r>
            <a:endParaRPr sz="2400" b="1" i="0" u="none" dirty="0">
              <a:solidFill>
                <a:schemeClr val="dk2"/>
              </a:solidFill>
              <a:highlight>
                <a:srgbClr val="FFFF00"/>
              </a:highlight>
              <a:latin typeface="Helvetica Neue"/>
              <a:ea typeface="Helvetica Neue"/>
              <a:cs typeface="Helvetica Neue"/>
              <a:sym typeface="Helvetica Neue"/>
            </a:endParaRPr>
          </a:p>
          <a:p>
            <a:pPr marL="342900" lvl="0" indent="-205740" algn="l" rtl="0">
              <a:spcBef>
                <a:spcPts val="840"/>
              </a:spcBef>
              <a:spcAft>
                <a:spcPts val="0"/>
              </a:spcAft>
              <a:buSzPts val="2160"/>
              <a:buNone/>
            </a:pPr>
            <a:endParaRPr sz="2400" b="1" i="0" u="none" dirty="0">
              <a:solidFill>
                <a:schemeClr val="dk2"/>
              </a:solidFill>
              <a:latin typeface="Helvetica Neue"/>
              <a:ea typeface="Helvetica Neue"/>
              <a:cs typeface="Helvetica Neue"/>
              <a:sym typeface="Helvetica Neue"/>
            </a:endParaRPr>
          </a:p>
        </p:txBody>
      </p:sp>
      <p:pic>
        <p:nvPicPr>
          <p:cNvPr id="280" name="Google Shape;280;p40"/>
          <p:cNvPicPr preferRelativeResize="0"/>
          <p:nvPr/>
        </p:nvPicPr>
        <p:blipFill rotWithShape="1">
          <a:blip r:embed="rId3">
            <a:alphaModFix/>
          </a:blip>
          <a:srcRect l="677" t="21687" r="1129" b="22891"/>
          <a:stretch/>
        </p:blipFill>
        <p:spPr>
          <a:xfrm>
            <a:off x="4632325" y="4838700"/>
            <a:ext cx="4038600" cy="1709737"/>
          </a:xfrm>
          <a:prstGeom prst="rect">
            <a:avLst/>
          </a:prstGeom>
          <a:noFill/>
          <a:ln w="38100" cap="flat" cmpd="dbl">
            <a:solidFill>
              <a:schemeClr val="dk2"/>
            </a:solidFill>
            <a:prstDash val="solid"/>
            <a:miter lim="800000"/>
            <a:headEnd type="none" w="sm" len="sm"/>
            <a:tailEnd type="none" w="sm" len="sm"/>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a:t>
            </a:r>
            <a:endParaRPr lang="en-IN" dirty="0"/>
          </a:p>
        </p:txBody>
      </p:sp>
      <p:sp>
        <p:nvSpPr>
          <p:cNvPr id="3" name="Text Placeholder 2"/>
          <p:cNvSpPr>
            <a:spLocks noGrp="1"/>
          </p:cNvSpPr>
          <p:nvPr>
            <p:ph type="body" idx="1"/>
          </p:nvPr>
        </p:nvSpPr>
        <p:spPr>
          <a:xfrm>
            <a:off x="801667" y="934256"/>
            <a:ext cx="7928974" cy="5174267"/>
          </a:xfrm>
        </p:spPr>
        <p:txBody>
          <a:bodyPr/>
          <a:lstStyle/>
          <a:p>
            <a:pPr marL="1971675" lvl="4" indent="0">
              <a:buNone/>
            </a:pPr>
            <a:r>
              <a:rPr lang="en-US" dirty="0"/>
              <a:t>			After swapping</a:t>
            </a:r>
            <a:endParaRPr lang="en-IN" dirty="0"/>
          </a:p>
        </p:txBody>
      </p:sp>
      <p:graphicFrame>
        <p:nvGraphicFramePr>
          <p:cNvPr id="4" name="Table 3"/>
          <p:cNvGraphicFramePr>
            <a:graphicFrameLocks noGrp="1"/>
          </p:cNvGraphicFramePr>
          <p:nvPr>
            <p:extLst>
              <p:ext uri="{D42A27DB-BD31-4B8C-83A1-F6EECF244321}">
                <p14:modId xmlns:p14="http://schemas.microsoft.com/office/powerpoint/2010/main" val="2411612255"/>
              </p:ext>
            </p:extLst>
          </p:nvPr>
        </p:nvGraphicFramePr>
        <p:xfrm>
          <a:off x="1048011" y="1371948"/>
          <a:ext cx="3436307" cy="2966720"/>
        </p:xfrm>
        <a:graphic>
          <a:graphicData uri="http://schemas.openxmlformats.org/drawingml/2006/table">
            <a:tbl>
              <a:tblPr firstRow="1" bandRow="1">
                <a:tableStyleId>{073A0DAA-6AF3-43AB-8588-CEC1D06C72B9}</a:tableStyleId>
              </a:tblPr>
              <a:tblGrid>
                <a:gridCol w="1081414">
                  <a:extLst>
                    <a:ext uri="{9D8B030D-6E8A-4147-A177-3AD203B41FA5}">
                      <a16:colId xmlns:a16="http://schemas.microsoft.com/office/drawing/2014/main" val="20000"/>
                    </a:ext>
                  </a:extLst>
                </a:gridCol>
                <a:gridCol w="1265128">
                  <a:extLst>
                    <a:ext uri="{9D8B030D-6E8A-4147-A177-3AD203B41FA5}">
                      <a16:colId xmlns:a16="http://schemas.microsoft.com/office/drawing/2014/main" val="20001"/>
                    </a:ext>
                  </a:extLst>
                </a:gridCol>
                <a:gridCol w="1089765">
                  <a:extLst>
                    <a:ext uri="{9D8B030D-6E8A-4147-A177-3AD203B41FA5}">
                      <a16:colId xmlns:a16="http://schemas.microsoft.com/office/drawing/2014/main" val="20002"/>
                    </a:ext>
                  </a:extLst>
                </a:gridCol>
              </a:tblGrid>
              <a:tr h="370840">
                <a:tc>
                  <a:txBody>
                    <a:bodyPr/>
                    <a:lstStyle/>
                    <a:p>
                      <a:r>
                        <a:rPr lang="en-US" dirty="0"/>
                        <a:t>T1</a:t>
                      </a:r>
                      <a:endParaRPr lang="en-IN" dirty="0"/>
                    </a:p>
                  </a:txBody>
                  <a:tcPr/>
                </a:tc>
                <a:tc>
                  <a:txBody>
                    <a:bodyPr/>
                    <a:lstStyle/>
                    <a:p>
                      <a:r>
                        <a:rPr lang="en-US" dirty="0"/>
                        <a:t>T2</a:t>
                      </a:r>
                      <a:endParaRPr lang="en-IN" dirty="0"/>
                    </a:p>
                  </a:txBody>
                  <a:tcPr/>
                </a:tc>
                <a:tc>
                  <a:txBody>
                    <a:bodyPr/>
                    <a:lstStyle/>
                    <a:p>
                      <a:r>
                        <a:rPr lang="en-US" dirty="0"/>
                        <a:t>T3</a:t>
                      </a:r>
                      <a:endParaRPr lang="en-IN" dirty="0"/>
                    </a:p>
                  </a:txBody>
                  <a:tcPr/>
                </a:tc>
                <a:extLst>
                  <a:ext uri="{0D108BD9-81ED-4DB2-BD59-A6C34878D82A}">
                    <a16:rowId xmlns:a16="http://schemas.microsoft.com/office/drawing/2014/main" val="10000"/>
                  </a:ext>
                </a:extLst>
              </a:tr>
              <a:tr h="370840">
                <a:tc>
                  <a:txBody>
                    <a:bodyPr/>
                    <a:lstStyle/>
                    <a:p>
                      <a:r>
                        <a:rPr lang="en-US" dirty="0"/>
                        <a:t>R(A)</a:t>
                      </a:r>
                      <a:endParaRPr lang="en-IN" dirty="0"/>
                    </a:p>
                  </a:txBody>
                  <a:tcPr/>
                </a:tc>
                <a:tc>
                  <a:txBody>
                    <a:bodyPr/>
                    <a:lstStyle/>
                    <a:p>
                      <a:endParaRPr lang="en-IN" dirty="0"/>
                    </a:p>
                  </a:txBody>
                  <a:tcPr/>
                </a:tc>
                <a:tc>
                  <a:txBody>
                    <a:bodyPr/>
                    <a:lstStyle/>
                    <a:p>
                      <a:endParaRPr lang="en-IN" dirty="0"/>
                    </a:p>
                  </a:txBody>
                  <a:tcPr/>
                </a:tc>
                <a:extLst>
                  <a:ext uri="{0D108BD9-81ED-4DB2-BD59-A6C34878D82A}">
                    <a16:rowId xmlns:a16="http://schemas.microsoft.com/office/drawing/2014/main" val="10001"/>
                  </a:ext>
                </a:extLst>
              </a:tr>
              <a:tr h="370840">
                <a:tc>
                  <a:txBody>
                    <a:bodyPr/>
                    <a:lstStyle/>
                    <a:p>
                      <a:endParaRPr lang="en-IN" dirty="0"/>
                    </a:p>
                  </a:txBody>
                  <a:tcPr/>
                </a:tc>
                <a:tc>
                  <a:txBody>
                    <a:bodyPr/>
                    <a:lstStyle/>
                    <a:p>
                      <a:r>
                        <a:rPr lang="en-US" dirty="0"/>
                        <a:t>A=A-40</a:t>
                      </a:r>
                      <a:endParaRPr lang="en-IN" dirty="0"/>
                    </a:p>
                  </a:txBody>
                  <a:tcPr/>
                </a:tc>
                <a:tc>
                  <a:txBody>
                    <a:bodyPr/>
                    <a:lstStyle/>
                    <a:p>
                      <a:endParaRPr lang="en-IN"/>
                    </a:p>
                  </a:txBody>
                  <a:tcPr/>
                </a:tc>
                <a:extLst>
                  <a:ext uri="{0D108BD9-81ED-4DB2-BD59-A6C34878D82A}">
                    <a16:rowId xmlns:a16="http://schemas.microsoft.com/office/drawing/2014/main" val="10002"/>
                  </a:ext>
                </a:extLst>
              </a:tr>
              <a:tr h="370840">
                <a:tc>
                  <a:txBody>
                    <a:bodyPr/>
                    <a:lstStyle/>
                    <a:p>
                      <a:endParaRPr lang="en-IN" dirty="0"/>
                    </a:p>
                  </a:txBody>
                  <a:tcPr/>
                </a:tc>
                <a:tc>
                  <a:txBody>
                    <a:bodyPr/>
                    <a:lstStyle/>
                    <a:p>
                      <a:r>
                        <a:rPr lang="en-US" dirty="0"/>
                        <a:t>W(A)</a:t>
                      </a:r>
                      <a:endParaRPr lang="en-IN" dirty="0"/>
                    </a:p>
                  </a:txBody>
                  <a:tcPr/>
                </a:tc>
                <a:tc>
                  <a:txBody>
                    <a:bodyPr/>
                    <a:lstStyle/>
                    <a:p>
                      <a:endParaRPr lang="en-IN" dirty="0"/>
                    </a:p>
                  </a:txBody>
                  <a:tcPr/>
                </a:tc>
                <a:extLst>
                  <a:ext uri="{0D108BD9-81ED-4DB2-BD59-A6C34878D82A}">
                    <a16:rowId xmlns:a16="http://schemas.microsoft.com/office/drawing/2014/main" val="10003"/>
                  </a:ext>
                </a:extLst>
              </a:tr>
              <a:tr h="370840">
                <a:tc>
                  <a:txBody>
                    <a:bodyPr/>
                    <a:lstStyle/>
                    <a:p>
                      <a:pPr marL="0" marR="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A=A-40</a:t>
                      </a:r>
                      <a:endParaRPr lang="en-IN" dirty="0"/>
                    </a:p>
                  </a:txBody>
                  <a:tcPr/>
                </a:tc>
                <a:tc>
                  <a:txBody>
                    <a:bodyPr/>
                    <a:lstStyle/>
                    <a:p>
                      <a:endParaRPr lang="en-IN" dirty="0"/>
                    </a:p>
                  </a:txBody>
                  <a:tcPr/>
                </a:tc>
                <a:tc>
                  <a:txBody>
                    <a:bodyPr/>
                    <a:lstStyle/>
                    <a:p>
                      <a:endParaRPr lang="en-IN" dirty="0"/>
                    </a:p>
                  </a:txBody>
                  <a:tcPr/>
                </a:tc>
                <a:extLst>
                  <a:ext uri="{0D108BD9-81ED-4DB2-BD59-A6C34878D82A}">
                    <a16:rowId xmlns:a16="http://schemas.microsoft.com/office/drawing/2014/main" val="10004"/>
                  </a:ext>
                </a:extLst>
              </a:tr>
              <a:tr h="370840">
                <a:tc>
                  <a:txBody>
                    <a:bodyPr/>
                    <a:lstStyle/>
                    <a:p>
                      <a:r>
                        <a:rPr lang="en-US" dirty="0"/>
                        <a:t>W(A)</a:t>
                      </a:r>
                      <a:endParaRPr lang="en-IN" dirty="0"/>
                    </a:p>
                  </a:txBody>
                  <a:tcPr/>
                </a:tc>
                <a:tc>
                  <a:txBody>
                    <a:bodyPr/>
                    <a:lstStyle/>
                    <a:p>
                      <a:endParaRPr lang="en-IN" dirty="0"/>
                    </a:p>
                  </a:txBody>
                  <a:tcPr/>
                </a:tc>
                <a:tc>
                  <a:txBody>
                    <a:bodyPr/>
                    <a:lstStyle/>
                    <a:p>
                      <a:endParaRPr lang="en-IN" dirty="0"/>
                    </a:p>
                  </a:txBody>
                  <a:tcPr/>
                </a:tc>
                <a:extLst>
                  <a:ext uri="{0D108BD9-81ED-4DB2-BD59-A6C34878D82A}">
                    <a16:rowId xmlns:a16="http://schemas.microsoft.com/office/drawing/2014/main" val="10005"/>
                  </a:ext>
                </a:extLst>
              </a:tr>
              <a:tr h="370840">
                <a:tc>
                  <a:txBody>
                    <a:bodyPr/>
                    <a:lstStyle/>
                    <a:p>
                      <a:endParaRPr lang="en-IN" dirty="0"/>
                    </a:p>
                  </a:txBody>
                  <a:tcPr/>
                </a:tc>
                <a:tc>
                  <a:txBody>
                    <a:bodyPr/>
                    <a:lstStyle/>
                    <a:p>
                      <a:endParaRPr lang="en-IN" dirty="0"/>
                    </a:p>
                  </a:txBody>
                  <a:tcPr/>
                </a:tc>
                <a:tc>
                  <a:txBody>
                    <a:bodyPr/>
                    <a:lstStyle/>
                    <a:p>
                      <a:r>
                        <a:rPr lang="en-US" dirty="0"/>
                        <a:t>A=A-20</a:t>
                      </a:r>
                      <a:endParaRPr lang="en-IN" dirty="0"/>
                    </a:p>
                  </a:txBody>
                  <a:tcPr/>
                </a:tc>
                <a:extLst>
                  <a:ext uri="{0D108BD9-81ED-4DB2-BD59-A6C34878D82A}">
                    <a16:rowId xmlns:a16="http://schemas.microsoft.com/office/drawing/2014/main" val="10006"/>
                  </a:ext>
                </a:extLst>
              </a:tr>
              <a:tr h="370840">
                <a:tc>
                  <a:txBody>
                    <a:bodyPr/>
                    <a:lstStyle/>
                    <a:p>
                      <a:endParaRPr lang="en-IN" dirty="0"/>
                    </a:p>
                  </a:txBody>
                  <a:tcPr/>
                </a:tc>
                <a:tc>
                  <a:txBody>
                    <a:bodyPr/>
                    <a:lstStyle/>
                    <a:p>
                      <a:endParaRPr lang="en-IN" dirty="0"/>
                    </a:p>
                  </a:txBody>
                  <a:tcPr/>
                </a:tc>
                <a:tc>
                  <a:txBody>
                    <a:bodyPr/>
                    <a:lstStyle/>
                    <a:p>
                      <a:r>
                        <a:rPr lang="en-US" dirty="0"/>
                        <a:t>W(A)</a:t>
                      </a:r>
                      <a:endParaRPr lang="en-IN" dirty="0"/>
                    </a:p>
                  </a:txBody>
                  <a:tcPr/>
                </a:tc>
                <a:extLst>
                  <a:ext uri="{0D108BD9-81ED-4DB2-BD59-A6C34878D82A}">
                    <a16:rowId xmlns:a16="http://schemas.microsoft.com/office/drawing/2014/main" val="10007"/>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49474550"/>
              </p:ext>
            </p:extLst>
          </p:nvPr>
        </p:nvGraphicFramePr>
        <p:xfrm>
          <a:off x="5008324" y="1424140"/>
          <a:ext cx="3436307" cy="2966720"/>
        </p:xfrm>
        <a:graphic>
          <a:graphicData uri="http://schemas.openxmlformats.org/drawingml/2006/table">
            <a:tbl>
              <a:tblPr firstRow="1" bandRow="1">
                <a:tableStyleId>{073A0DAA-6AF3-43AB-8588-CEC1D06C72B9}</a:tableStyleId>
              </a:tblPr>
              <a:tblGrid>
                <a:gridCol w="1081414">
                  <a:extLst>
                    <a:ext uri="{9D8B030D-6E8A-4147-A177-3AD203B41FA5}">
                      <a16:colId xmlns:a16="http://schemas.microsoft.com/office/drawing/2014/main" val="20000"/>
                    </a:ext>
                  </a:extLst>
                </a:gridCol>
                <a:gridCol w="1265128">
                  <a:extLst>
                    <a:ext uri="{9D8B030D-6E8A-4147-A177-3AD203B41FA5}">
                      <a16:colId xmlns:a16="http://schemas.microsoft.com/office/drawing/2014/main" val="20001"/>
                    </a:ext>
                  </a:extLst>
                </a:gridCol>
                <a:gridCol w="1089765">
                  <a:extLst>
                    <a:ext uri="{9D8B030D-6E8A-4147-A177-3AD203B41FA5}">
                      <a16:colId xmlns:a16="http://schemas.microsoft.com/office/drawing/2014/main" val="20002"/>
                    </a:ext>
                  </a:extLst>
                </a:gridCol>
              </a:tblGrid>
              <a:tr h="370840">
                <a:tc>
                  <a:txBody>
                    <a:bodyPr/>
                    <a:lstStyle/>
                    <a:p>
                      <a:r>
                        <a:rPr lang="en-US" dirty="0"/>
                        <a:t>T1</a:t>
                      </a:r>
                      <a:endParaRPr lang="en-IN" dirty="0"/>
                    </a:p>
                  </a:txBody>
                  <a:tcPr/>
                </a:tc>
                <a:tc>
                  <a:txBody>
                    <a:bodyPr/>
                    <a:lstStyle/>
                    <a:p>
                      <a:r>
                        <a:rPr lang="en-US" dirty="0"/>
                        <a:t>T2</a:t>
                      </a:r>
                      <a:endParaRPr lang="en-IN" dirty="0"/>
                    </a:p>
                  </a:txBody>
                  <a:tcPr/>
                </a:tc>
                <a:tc>
                  <a:txBody>
                    <a:bodyPr/>
                    <a:lstStyle/>
                    <a:p>
                      <a:r>
                        <a:rPr lang="en-US" dirty="0"/>
                        <a:t>T3</a:t>
                      </a:r>
                      <a:endParaRPr lang="en-IN" dirty="0"/>
                    </a:p>
                  </a:txBody>
                  <a:tcPr/>
                </a:tc>
                <a:extLst>
                  <a:ext uri="{0D108BD9-81ED-4DB2-BD59-A6C34878D82A}">
                    <a16:rowId xmlns:a16="http://schemas.microsoft.com/office/drawing/2014/main" val="10000"/>
                  </a:ext>
                </a:extLst>
              </a:tr>
              <a:tr h="370840">
                <a:tc>
                  <a:txBody>
                    <a:bodyPr/>
                    <a:lstStyle/>
                    <a:p>
                      <a:r>
                        <a:rPr lang="en-US" dirty="0"/>
                        <a:t>R(A)</a:t>
                      </a:r>
                      <a:endParaRPr lang="en-IN" dirty="0"/>
                    </a:p>
                  </a:txBody>
                  <a:tcPr/>
                </a:tc>
                <a:tc>
                  <a:txBody>
                    <a:bodyPr/>
                    <a:lstStyle/>
                    <a:p>
                      <a:endParaRPr lang="en-IN" dirty="0"/>
                    </a:p>
                  </a:txBody>
                  <a:tcPr/>
                </a:tc>
                <a:tc>
                  <a:txBody>
                    <a:bodyPr/>
                    <a:lstStyle/>
                    <a:p>
                      <a:endParaRPr lang="en-IN" dirty="0"/>
                    </a:p>
                  </a:txBody>
                  <a:tcPr/>
                </a:tc>
                <a:extLst>
                  <a:ext uri="{0D108BD9-81ED-4DB2-BD59-A6C34878D82A}">
                    <a16:rowId xmlns:a16="http://schemas.microsoft.com/office/drawing/2014/main" val="10001"/>
                  </a:ext>
                </a:extLst>
              </a:tr>
              <a:tr h="370840">
                <a:tc>
                  <a:txBody>
                    <a:bodyPr/>
                    <a:lstStyle/>
                    <a:p>
                      <a:pPr marL="0" marR="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A=A-40</a:t>
                      </a:r>
                      <a:endParaRPr lang="en-IN" dirty="0"/>
                    </a:p>
                  </a:txBody>
                  <a:tcPr/>
                </a:tc>
                <a:tc>
                  <a:txBody>
                    <a:bodyPr/>
                    <a:lstStyle/>
                    <a:p>
                      <a:endParaRPr lang="en-IN"/>
                    </a:p>
                  </a:txBody>
                  <a:tcPr/>
                </a:tc>
                <a:tc>
                  <a:txBody>
                    <a:bodyPr/>
                    <a:lstStyle/>
                    <a:p>
                      <a:endParaRPr lang="en-IN"/>
                    </a:p>
                  </a:txBody>
                  <a:tcPr/>
                </a:tc>
                <a:extLst>
                  <a:ext uri="{0D108BD9-81ED-4DB2-BD59-A6C34878D82A}">
                    <a16:rowId xmlns:a16="http://schemas.microsoft.com/office/drawing/2014/main" val="10002"/>
                  </a:ext>
                </a:extLst>
              </a:tr>
              <a:tr h="370840">
                <a:tc>
                  <a:txBody>
                    <a:bodyPr/>
                    <a:lstStyle/>
                    <a:p>
                      <a:r>
                        <a:rPr lang="en-US" dirty="0"/>
                        <a:t>W(A)</a:t>
                      </a:r>
                      <a:endParaRPr lang="en-IN" dirty="0"/>
                    </a:p>
                  </a:txBody>
                  <a:tcPr/>
                </a:tc>
                <a:tc>
                  <a:txBody>
                    <a:bodyPr/>
                    <a:lstStyle/>
                    <a:p>
                      <a:endParaRPr lang="en-IN" dirty="0"/>
                    </a:p>
                  </a:txBody>
                  <a:tcPr/>
                </a:tc>
                <a:tc>
                  <a:txBody>
                    <a:bodyPr/>
                    <a:lstStyle/>
                    <a:p>
                      <a:endParaRPr lang="en-IN" dirty="0"/>
                    </a:p>
                  </a:txBody>
                  <a:tcPr/>
                </a:tc>
                <a:extLst>
                  <a:ext uri="{0D108BD9-81ED-4DB2-BD59-A6C34878D82A}">
                    <a16:rowId xmlns:a16="http://schemas.microsoft.com/office/drawing/2014/main" val="10003"/>
                  </a:ext>
                </a:extLst>
              </a:tr>
              <a:tr h="370840">
                <a:tc>
                  <a:txBody>
                    <a:bodyPr/>
                    <a:lstStyle/>
                    <a:p>
                      <a:endParaRPr lang="en-IN"/>
                    </a:p>
                  </a:txBody>
                  <a:tcPr/>
                </a:tc>
                <a:tc>
                  <a:txBody>
                    <a:bodyPr/>
                    <a:lstStyle/>
                    <a:p>
                      <a:r>
                        <a:rPr lang="en-US" dirty="0"/>
                        <a:t>A=A-40</a:t>
                      </a:r>
                      <a:endParaRPr lang="en-IN" dirty="0"/>
                    </a:p>
                  </a:txBody>
                  <a:tcPr/>
                </a:tc>
                <a:tc>
                  <a:txBody>
                    <a:bodyPr/>
                    <a:lstStyle/>
                    <a:p>
                      <a:endParaRPr lang="en-IN" dirty="0"/>
                    </a:p>
                  </a:txBody>
                  <a:tcPr/>
                </a:tc>
                <a:extLst>
                  <a:ext uri="{0D108BD9-81ED-4DB2-BD59-A6C34878D82A}">
                    <a16:rowId xmlns:a16="http://schemas.microsoft.com/office/drawing/2014/main" val="10004"/>
                  </a:ext>
                </a:extLst>
              </a:tr>
              <a:tr h="370840">
                <a:tc>
                  <a:txBody>
                    <a:bodyPr/>
                    <a:lstStyle/>
                    <a:p>
                      <a:endParaRPr lang="en-IN" dirty="0"/>
                    </a:p>
                  </a:txBody>
                  <a:tcPr/>
                </a:tc>
                <a:tc>
                  <a:txBody>
                    <a:bodyPr/>
                    <a:lstStyle/>
                    <a:p>
                      <a:r>
                        <a:rPr lang="en-US" dirty="0"/>
                        <a:t>W(A)</a:t>
                      </a:r>
                      <a:endParaRPr lang="en-IN" dirty="0"/>
                    </a:p>
                  </a:txBody>
                  <a:tcPr/>
                </a:tc>
                <a:tc>
                  <a:txBody>
                    <a:bodyPr/>
                    <a:lstStyle/>
                    <a:p>
                      <a:endParaRPr lang="en-IN" dirty="0"/>
                    </a:p>
                  </a:txBody>
                  <a:tcPr/>
                </a:tc>
                <a:extLst>
                  <a:ext uri="{0D108BD9-81ED-4DB2-BD59-A6C34878D82A}">
                    <a16:rowId xmlns:a16="http://schemas.microsoft.com/office/drawing/2014/main" val="10005"/>
                  </a:ext>
                </a:extLst>
              </a:tr>
              <a:tr h="370840">
                <a:tc>
                  <a:txBody>
                    <a:bodyPr/>
                    <a:lstStyle/>
                    <a:p>
                      <a:endParaRPr lang="en-IN" dirty="0"/>
                    </a:p>
                  </a:txBody>
                  <a:tcPr/>
                </a:tc>
                <a:tc>
                  <a:txBody>
                    <a:bodyPr/>
                    <a:lstStyle/>
                    <a:p>
                      <a:endParaRPr lang="en-IN" dirty="0"/>
                    </a:p>
                  </a:txBody>
                  <a:tcPr/>
                </a:tc>
                <a:tc>
                  <a:txBody>
                    <a:bodyPr/>
                    <a:lstStyle/>
                    <a:p>
                      <a:r>
                        <a:rPr lang="en-US" dirty="0"/>
                        <a:t>A=A-20</a:t>
                      </a:r>
                      <a:endParaRPr lang="en-IN" dirty="0"/>
                    </a:p>
                  </a:txBody>
                  <a:tcPr/>
                </a:tc>
                <a:extLst>
                  <a:ext uri="{0D108BD9-81ED-4DB2-BD59-A6C34878D82A}">
                    <a16:rowId xmlns:a16="http://schemas.microsoft.com/office/drawing/2014/main" val="10006"/>
                  </a:ext>
                </a:extLst>
              </a:tr>
              <a:tr h="370840">
                <a:tc>
                  <a:txBody>
                    <a:bodyPr/>
                    <a:lstStyle/>
                    <a:p>
                      <a:endParaRPr lang="en-IN" dirty="0"/>
                    </a:p>
                  </a:txBody>
                  <a:tcPr/>
                </a:tc>
                <a:tc>
                  <a:txBody>
                    <a:bodyPr/>
                    <a:lstStyle/>
                    <a:p>
                      <a:endParaRPr lang="en-IN" dirty="0"/>
                    </a:p>
                  </a:txBody>
                  <a:tcPr/>
                </a:tc>
                <a:tc>
                  <a:txBody>
                    <a:bodyPr/>
                    <a:lstStyle/>
                    <a:p>
                      <a:r>
                        <a:rPr lang="en-US" dirty="0"/>
                        <a:t>W(A)</a:t>
                      </a:r>
                      <a:endParaRPr lang="en-IN" dirty="0"/>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883232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1000"/>
                                        <p:tgtEl>
                                          <p:spTgt spid="5"/>
                                        </p:tgtEl>
                                      </p:cBhvr>
                                    </p:animEffect>
                                    <p:anim calcmode="lin" valueType="num">
                                      <p:cBhvr>
                                        <p:cTn id="15" dur="1000" fill="hold"/>
                                        <p:tgtEl>
                                          <p:spTgt spid="5"/>
                                        </p:tgtEl>
                                        <p:attrNameLst>
                                          <p:attrName>ppt_x</p:attrName>
                                        </p:attrNameLst>
                                      </p:cBhvr>
                                      <p:tavLst>
                                        <p:tav tm="0">
                                          <p:val>
                                            <p:strVal val="#ppt_x"/>
                                          </p:val>
                                        </p:tav>
                                        <p:tav tm="100000">
                                          <p:val>
                                            <p:strVal val="#ppt_x"/>
                                          </p:val>
                                        </p:tav>
                                      </p:tavLst>
                                    </p:anim>
                                    <p:anim calcmode="lin" valueType="num">
                                      <p:cBhvr>
                                        <p:cTn id="16"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800" b="0" dirty="0"/>
              <a:t>Testing of </a:t>
            </a:r>
            <a:r>
              <a:rPr lang="en-US" sz="2800" b="0" dirty="0" err="1"/>
              <a:t>Serializability</a:t>
            </a:r>
            <a:r>
              <a:rPr lang="en-US" sz="2800" b="0" dirty="0"/>
              <a:t> in DBMS with Examples</a:t>
            </a:r>
            <a:endParaRPr lang="en-IN" sz="2800" dirty="0"/>
          </a:p>
        </p:txBody>
      </p:sp>
      <p:sp>
        <p:nvSpPr>
          <p:cNvPr id="3" name="Text Placeholder 2"/>
          <p:cNvSpPr>
            <a:spLocks noGrp="1"/>
          </p:cNvSpPr>
          <p:nvPr>
            <p:ph type="body" idx="1"/>
          </p:nvPr>
        </p:nvSpPr>
        <p:spPr/>
        <p:txBody>
          <a:bodyPr/>
          <a:lstStyle/>
          <a:p>
            <a:r>
              <a:rPr lang="en-US" dirty="0" err="1"/>
              <a:t>Serializability</a:t>
            </a:r>
            <a:r>
              <a:rPr lang="en-US" dirty="0"/>
              <a:t> testing involves verifying that a given schedule of transactions is serializable, meaning that the effects of running the transactions concurrently are equivalent to running them serially, one after the other.</a:t>
            </a:r>
          </a:p>
          <a:p>
            <a:r>
              <a:rPr lang="en-US" dirty="0"/>
              <a:t>We can use below two techniques to test </a:t>
            </a:r>
            <a:r>
              <a:rPr lang="en-US" dirty="0" err="1"/>
              <a:t>serializability</a:t>
            </a:r>
            <a:r>
              <a:rPr lang="en-US" dirty="0"/>
              <a:t> in DBMS:</a:t>
            </a:r>
          </a:p>
          <a:p>
            <a:r>
              <a:rPr lang="en-US" dirty="0"/>
              <a:t>Serialization Graph</a:t>
            </a:r>
          </a:p>
          <a:p>
            <a:r>
              <a:rPr lang="en-US" dirty="0"/>
              <a:t>Precedence Graph</a:t>
            </a:r>
          </a:p>
          <a:p>
            <a:r>
              <a:rPr lang="en-US" dirty="0"/>
              <a:t>It can be described as a Graph G(V, E) with vertices V = "V1, V2, V3,…, </a:t>
            </a:r>
            <a:r>
              <a:rPr lang="en-US" dirty="0" err="1"/>
              <a:t>Vn</a:t>
            </a:r>
            <a:r>
              <a:rPr lang="en-US" dirty="0"/>
              <a:t>" and directed edges E = "E1, E2, E3,…, </a:t>
            </a:r>
            <a:r>
              <a:rPr lang="en-US" dirty="0" err="1"/>
              <a:t>En</a:t>
            </a:r>
            <a:r>
              <a:rPr lang="en-US" dirty="0"/>
              <a:t>". One of the two operations—READ or WRITE—performed by a certain transaction is contained in the collection of edges.</a:t>
            </a:r>
          </a:p>
          <a:p>
            <a:r>
              <a:rPr lang="en-US" dirty="0">
                <a:highlight>
                  <a:srgbClr val="FFFF00"/>
                </a:highlight>
              </a:rPr>
              <a:t>The meaning of the following graph is that, before Transaction y , Transaction x is performing a read or write operation.</a:t>
            </a:r>
          </a:p>
          <a:p>
            <a:endParaRPr lang="en-IN" dirty="0"/>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41326" y="5183300"/>
            <a:ext cx="4434214" cy="9969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203770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4" name="Google Shape;294;p42"/>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Testing for Serializability</a:t>
            </a:r>
            <a:endParaRPr/>
          </a:p>
        </p:txBody>
      </p:sp>
      <p:sp>
        <p:nvSpPr>
          <p:cNvPr id="295" name="Google Shape;295;p42"/>
          <p:cNvSpPr txBox="1">
            <a:spLocks noGrp="1"/>
          </p:cNvSpPr>
          <p:nvPr>
            <p:ph type="body" idx="1"/>
          </p:nvPr>
        </p:nvSpPr>
        <p:spPr>
          <a:xfrm>
            <a:off x="0" y="1106487"/>
            <a:ext cx="8915400" cy="5484812"/>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2160"/>
              <a:buFont typeface="Arial"/>
              <a:buChar char="●"/>
            </a:pPr>
            <a:r>
              <a:rPr lang="en-US" sz="2400" b="1" i="0" u="none" dirty="0">
                <a:solidFill>
                  <a:schemeClr val="dk1"/>
                </a:solidFill>
                <a:latin typeface="Helvetica Neue"/>
                <a:ea typeface="Helvetica Neue"/>
                <a:cs typeface="Helvetica Neue"/>
                <a:sym typeface="Helvetica Neue"/>
              </a:rPr>
              <a:t>Consider some schedule of a set of transactions </a:t>
            </a:r>
            <a:r>
              <a:rPr lang="en-US" sz="2400" b="1" i="1" u="none" dirty="0">
                <a:solidFill>
                  <a:schemeClr val="dk1"/>
                </a:solidFill>
                <a:latin typeface="Helvetica Neue"/>
                <a:ea typeface="Helvetica Neue"/>
                <a:cs typeface="Helvetica Neue"/>
                <a:sym typeface="Helvetica Neue"/>
              </a:rPr>
              <a:t>T</a:t>
            </a:r>
            <a:r>
              <a:rPr lang="en-US" sz="2400" b="1" i="0" u="none" baseline="-25000" dirty="0">
                <a:solidFill>
                  <a:schemeClr val="dk1"/>
                </a:solidFill>
                <a:latin typeface="Helvetica Neue"/>
                <a:ea typeface="Helvetica Neue"/>
                <a:cs typeface="Helvetica Neue"/>
                <a:sym typeface="Helvetica Neue"/>
              </a:rPr>
              <a:t>1</a:t>
            </a:r>
            <a:r>
              <a:rPr lang="en-US" sz="2400" b="1" i="0" u="none" dirty="0">
                <a:solidFill>
                  <a:schemeClr val="dk1"/>
                </a:solidFill>
                <a:latin typeface="Helvetica Neue"/>
                <a:ea typeface="Helvetica Neue"/>
                <a:cs typeface="Helvetica Neue"/>
                <a:sym typeface="Helvetica Neue"/>
              </a:rPr>
              <a:t>, </a:t>
            </a:r>
            <a:r>
              <a:rPr lang="en-US" sz="2400" b="1" i="1" u="none" dirty="0">
                <a:solidFill>
                  <a:schemeClr val="dk1"/>
                </a:solidFill>
                <a:latin typeface="Helvetica Neue"/>
                <a:ea typeface="Helvetica Neue"/>
                <a:cs typeface="Helvetica Neue"/>
                <a:sym typeface="Helvetica Neue"/>
              </a:rPr>
              <a:t>T</a:t>
            </a:r>
            <a:r>
              <a:rPr lang="en-US" sz="2400" b="1" i="0" u="none" baseline="-25000" dirty="0">
                <a:solidFill>
                  <a:schemeClr val="dk1"/>
                </a:solidFill>
                <a:latin typeface="Helvetica Neue"/>
                <a:ea typeface="Helvetica Neue"/>
                <a:cs typeface="Helvetica Neue"/>
                <a:sym typeface="Helvetica Neue"/>
              </a:rPr>
              <a:t>2</a:t>
            </a:r>
            <a:r>
              <a:rPr lang="en-US" sz="2400" b="1" i="0" u="none" dirty="0">
                <a:solidFill>
                  <a:schemeClr val="dk1"/>
                </a:solidFill>
                <a:latin typeface="Helvetica Neue"/>
                <a:ea typeface="Helvetica Neue"/>
                <a:cs typeface="Helvetica Neue"/>
                <a:sym typeface="Helvetica Neue"/>
              </a:rPr>
              <a:t>, ..., </a:t>
            </a:r>
            <a:r>
              <a:rPr lang="en-US" sz="2400" b="1" i="1" u="none" dirty="0">
                <a:solidFill>
                  <a:schemeClr val="dk1"/>
                </a:solidFill>
                <a:latin typeface="Helvetica Neue"/>
                <a:ea typeface="Helvetica Neue"/>
                <a:cs typeface="Helvetica Neue"/>
                <a:sym typeface="Helvetica Neue"/>
              </a:rPr>
              <a:t>T</a:t>
            </a:r>
            <a:r>
              <a:rPr lang="en-US" sz="2400" b="1" i="1" u="none" baseline="-25000" dirty="0">
                <a:solidFill>
                  <a:schemeClr val="dk1"/>
                </a:solidFill>
                <a:latin typeface="Helvetica Neue"/>
                <a:ea typeface="Helvetica Neue"/>
                <a:cs typeface="Helvetica Neue"/>
                <a:sym typeface="Helvetica Neue"/>
              </a:rPr>
              <a:t>n</a:t>
            </a:r>
            <a:endParaRPr sz="2400" b="1" i="0" u="none" dirty="0">
              <a:solidFill>
                <a:schemeClr val="dk1"/>
              </a:solidFill>
              <a:latin typeface="Helvetica Neue"/>
              <a:ea typeface="Helvetica Neue"/>
              <a:cs typeface="Helvetica Neue"/>
              <a:sym typeface="Helvetica Neue"/>
            </a:endParaRPr>
          </a:p>
          <a:p>
            <a:pPr marL="342900" lvl="0" indent="-342900" algn="l" rtl="0">
              <a:lnSpc>
                <a:spcPct val="100000"/>
              </a:lnSpc>
              <a:spcBef>
                <a:spcPts val="840"/>
              </a:spcBef>
              <a:spcAft>
                <a:spcPts val="0"/>
              </a:spcAft>
              <a:buClr>
                <a:schemeClr val="dk2"/>
              </a:buClr>
              <a:buSzPts val="2160"/>
              <a:buFont typeface="Arial"/>
              <a:buChar char="●"/>
            </a:pPr>
            <a:r>
              <a:rPr lang="en-US" sz="2400" b="1" i="0" u="none" dirty="0">
                <a:solidFill>
                  <a:schemeClr val="dk2"/>
                </a:solidFill>
                <a:highlight>
                  <a:srgbClr val="FFFF00"/>
                </a:highlight>
                <a:latin typeface="Helvetica Neue"/>
                <a:ea typeface="Helvetica Neue"/>
                <a:cs typeface="Helvetica Neue"/>
                <a:sym typeface="Helvetica Neue"/>
              </a:rPr>
              <a:t>Precedence graph</a:t>
            </a:r>
            <a:r>
              <a:rPr lang="en-US" sz="2400" b="1" i="1" u="none" dirty="0">
                <a:solidFill>
                  <a:schemeClr val="dk1"/>
                </a:solidFill>
                <a:highlight>
                  <a:srgbClr val="FFFF00"/>
                </a:highlight>
                <a:latin typeface="Helvetica Neue"/>
                <a:ea typeface="Helvetica Neue"/>
                <a:cs typeface="Helvetica Neue"/>
                <a:sym typeface="Helvetica Neue"/>
              </a:rPr>
              <a:t> </a:t>
            </a:r>
            <a:r>
              <a:rPr lang="en-US" sz="2400" b="1" i="0" u="none" dirty="0">
                <a:solidFill>
                  <a:schemeClr val="dk1"/>
                </a:solidFill>
                <a:highlight>
                  <a:srgbClr val="FFFF00"/>
                </a:highlight>
                <a:latin typeface="Helvetica Neue"/>
                <a:ea typeface="Helvetica Neue"/>
                <a:cs typeface="Helvetica Neue"/>
                <a:sym typeface="Helvetica Neue"/>
              </a:rPr>
              <a:t>— a direct graph where the vertices are the transactions (names).</a:t>
            </a:r>
            <a:endParaRPr dirty="0">
              <a:highlight>
                <a:srgbClr val="FFFF00"/>
              </a:highlight>
            </a:endParaRPr>
          </a:p>
          <a:p>
            <a:pPr marL="342900" lvl="0" indent="-342900" algn="l" rtl="0">
              <a:lnSpc>
                <a:spcPct val="100000"/>
              </a:lnSpc>
              <a:spcBef>
                <a:spcPts val="840"/>
              </a:spcBef>
              <a:spcAft>
                <a:spcPts val="0"/>
              </a:spcAft>
              <a:buClr>
                <a:schemeClr val="dk2"/>
              </a:buClr>
              <a:buSzPts val="2160"/>
              <a:buFont typeface="Arial"/>
              <a:buChar char="●"/>
            </a:pPr>
            <a:r>
              <a:rPr lang="en-US" sz="2400" b="1" i="0" u="none" dirty="0">
                <a:solidFill>
                  <a:schemeClr val="dk1"/>
                </a:solidFill>
                <a:latin typeface="Helvetica Neue"/>
                <a:ea typeface="Helvetica Neue"/>
                <a:cs typeface="Helvetica Neue"/>
                <a:sym typeface="Helvetica Neue"/>
              </a:rPr>
              <a:t>We draw an arc from </a:t>
            </a:r>
            <a:r>
              <a:rPr lang="en-US" sz="2400" b="1" i="1" u="none" dirty="0">
                <a:solidFill>
                  <a:schemeClr val="dk1"/>
                </a:solidFill>
                <a:latin typeface="Helvetica Neue"/>
                <a:ea typeface="Helvetica Neue"/>
                <a:cs typeface="Helvetica Neue"/>
                <a:sym typeface="Helvetica Neue"/>
              </a:rPr>
              <a:t>T</a:t>
            </a:r>
            <a:r>
              <a:rPr lang="en-US" sz="2400" b="1" i="1" u="none" baseline="-25000" dirty="0">
                <a:solidFill>
                  <a:schemeClr val="dk1"/>
                </a:solidFill>
                <a:latin typeface="Helvetica Neue"/>
                <a:ea typeface="Helvetica Neue"/>
                <a:cs typeface="Helvetica Neue"/>
                <a:sym typeface="Helvetica Neue"/>
              </a:rPr>
              <a:t>i</a:t>
            </a:r>
            <a:r>
              <a:rPr lang="en-US" sz="2400" b="1" i="1" u="none" dirty="0">
                <a:solidFill>
                  <a:schemeClr val="dk1"/>
                </a:solidFill>
                <a:latin typeface="Helvetica Neue"/>
                <a:ea typeface="Helvetica Neue"/>
                <a:cs typeface="Helvetica Neue"/>
                <a:sym typeface="Helvetica Neue"/>
              </a:rPr>
              <a:t> </a:t>
            </a:r>
            <a:r>
              <a:rPr lang="en-US" sz="2400" b="1" i="0" u="none" dirty="0">
                <a:solidFill>
                  <a:schemeClr val="dk1"/>
                </a:solidFill>
                <a:latin typeface="Helvetica Neue"/>
                <a:ea typeface="Helvetica Neue"/>
                <a:cs typeface="Helvetica Neue"/>
                <a:sym typeface="Helvetica Neue"/>
              </a:rPr>
              <a:t>to </a:t>
            </a:r>
            <a:r>
              <a:rPr lang="en-US" sz="2400" b="1" i="1" u="none" dirty="0" err="1">
                <a:solidFill>
                  <a:schemeClr val="dk1"/>
                </a:solidFill>
                <a:latin typeface="Helvetica Neue"/>
                <a:ea typeface="Helvetica Neue"/>
                <a:cs typeface="Helvetica Neue"/>
                <a:sym typeface="Helvetica Neue"/>
              </a:rPr>
              <a:t>T</a:t>
            </a:r>
            <a:r>
              <a:rPr lang="en-US" sz="2400" b="1" i="1" u="none" baseline="-25000" dirty="0" err="1">
                <a:solidFill>
                  <a:schemeClr val="dk1"/>
                </a:solidFill>
                <a:latin typeface="Helvetica Neue"/>
                <a:ea typeface="Helvetica Neue"/>
                <a:cs typeface="Helvetica Neue"/>
                <a:sym typeface="Helvetica Neue"/>
              </a:rPr>
              <a:t>j</a:t>
            </a:r>
            <a:r>
              <a:rPr lang="en-US" sz="2400" b="1" i="1" u="none" dirty="0">
                <a:solidFill>
                  <a:schemeClr val="dk1"/>
                </a:solidFill>
                <a:latin typeface="Helvetica Neue"/>
                <a:ea typeface="Helvetica Neue"/>
                <a:cs typeface="Helvetica Neue"/>
                <a:sym typeface="Helvetica Neue"/>
              </a:rPr>
              <a:t> </a:t>
            </a:r>
            <a:r>
              <a:rPr lang="en-US" sz="2400" b="1" i="0" u="none" dirty="0">
                <a:solidFill>
                  <a:schemeClr val="dk1"/>
                </a:solidFill>
                <a:latin typeface="Helvetica Neue"/>
                <a:ea typeface="Helvetica Neue"/>
                <a:cs typeface="Helvetica Neue"/>
                <a:sym typeface="Helvetica Neue"/>
              </a:rPr>
              <a:t>if the two transaction conflict, and </a:t>
            </a:r>
            <a:r>
              <a:rPr lang="en-US" sz="2400" b="1" i="1" u="none" dirty="0">
                <a:solidFill>
                  <a:schemeClr val="dk1"/>
                </a:solidFill>
                <a:latin typeface="Helvetica Neue"/>
                <a:ea typeface="Helvetica Neue"/>
                <a:cs typeface="Helvetica Neue"/>
                <a:sym typeface="Helvetica Neue"/>
              </a:rPr>
              <a:t>T</a:t>
            </a:r>
            <a:r>
              <a:rPr lang="en-US" sz="2400" b="1" i="1" u="none" baseline="-25000" dirty="0">
                <a:solidFill>
                  <a:schemeClr val="dk1"/>
                </a:solidFill>
                <a:latin typeface="Helvetica Neue"/>
                <a:ea typeface="Helvetica Neue"/>
                <a:cs typeface="Helvetica Neue"/>
                <a:sym typeface="Helvetica Neue"/>
              </a:rPr>
              <a:t>i</a:t>
            </a:r>
            <a:r>
              <a:rPr lang="en-US" sz="2400" b="1" i="1" u="none" dirty="0">
                <a:solidFill>
                  <a:schemeClr val="dk1"/>
                </a:solidFill>
                <a:latin typeface="Helvetica Neue"/>
                <a:ea typeface="Helvetica Neue"/>
                <a:cs typeface="Helvetica Neue"/>
                <a:sym typeface="Helvetica Neue"/>
              </a:rPr>
              <a:t> </a:t>
            </a:r>
            <a:r>
              <a:rPr lang="en-US" sz="2400" b="1" i="0" u="none" dirty="0">
                <a:solidFill>
                  <a:schemeClr val="dk1"/>
                </a:solidFill>
                <a:latin typeface="Helvetica Neue"/>
                <a:ea typeface="Helvetica Neue"/>
                <a:cs typeface="Helvetica Neue"/>
                <a:sym typeface="Helvetica Neue"/>
              </a:rPr>
              <a:t>accessed the data item on which the conflict arose earlier.</a:t>
            </a:r>
            <a:endParaRPr dirty="0"/>
          </a:p>
          <a:p>
            <a:pPr marL="342900" lvl="0" indent="-342900" algn="l" rtl="0">
              <a:lnSpc>
                <a:spcPct val="100000"/>
              </a:lnSpc>
              <a:spcBef>
                <a:spcPts val="840"/>
              </a:spcBef>
              <a:spcAft>
                <a:spcPts val="0"/>
              </a:spcAft>
              <a:buClr>
                <a:schemeClr val="dk2"/>
              </a:buClr>
              <a:buSzPts val="2160"/>
              <a:buFont typeface="Arial"/>
              <a:buChar char="●"/>
            </a:pPr>
            <a:r>
              <a:rPr lang="en-US" sz="2400" b="1" i="0" u="none" dirty="0">
                <a:solidFill>
                  <a:schemeClr val="dk1"/>
                </a:solidFill>
                <a:latin typeface="Helvetica Neue"/>
                <a:ea typeface="Helvetica Neue"/>
                <a:cs typeface="Helvetica Neue"/>
                <a:sym typeface="Helvetica Neue"/>
              </a:rPr>
              <a:t>We may label the arc by the item that was accessed.</a:t>
            </a:r>
            <a:endParaRPr dirty="0"/>
          </a:p>
          <a:p>
            <a:pPr marL="342900" lvl="0" indent="-342900" algn="l" rtl="0">
              <a:lnSpc>
                <a:spcPct val="100000"/>
              </a:lnSpc>
              <a:spcBef>
                <a:spcPts val="840"/>
              </a:spcBef>
              <a:spcAft>
                <a:spcPts val="0"/>
              </a:spcAft>
              <a:buClr>
                <a:schemeClr val="dk2"/>
              </a:buClr>
              <a:buSzPts val="2160"/>
              <a:buFont typeface="Arial"/>
              <a:buChar char="●"/>
            </a:pPr>
            <a:r>
              <a:rPr lang="en-US" sz="2400" b="1" i="0" u="none" dirty="0">
                <a:solidFill>
                  <a:schemeClr val="dk1"/>
                </a:solidFill>
                <a:latin typeface="Helvetica Neue"/>
                <a:ea typeface="Helvetica Neue"/>
                <a:cs typeface="Helvetica Neue"/>
                <a:sym typeface="Helvetica Neue"/>
              </a:rPr>
              <a:t>Example 1</a:t>
            </a:r>
            <a:endParaRPr dirty="0"/>
          </a:p>
        </p:txBody>
      </p:sp>
      <p:sp>
        <p:nvSpPr>
          <p:cNvPr id="296" name="Google Shape;296;p42"/>
          <p:cNvSpPr txBox="1"/>
          <p:nvPr/>
        </p:nvSpPr>
        <p:spPr>
          <a:xfrm>
            <a:off x="4203700" y="3941762"/>
            <a:ext cx="298450" cy="366712"/>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chemeClr val="dk1"/>
              </a:buClr>
              <a:buSzPts val="1800"/>
              <a:buFont typeface="Helvetica Neue"/>
              <a:buNone/>
            </a:pPr>
            <a:r>
              <a:rPr lang="en-US" sz="1800" b="0" i="0" u="none">
                <a:solidFill>
                  <a:schemeClr val="dk1"/>
                </a:solidFill>
                <a:latin typeface="Helvetica Neue"/>
                <a:ea typeface="Helvetica Neue"/>
                <a:cs typeface="Helvetica Neue"/>
                <a:sym typeface="Helvetica Neue"/>
              </a:rPr>
              <a:t>x</a:t>
            </a:r>
            <a:endParaRPr/>
          </a:p>
        </p:txBody>
      </p:sp>
      <p:sp>
        <p:nvSpPr>
          <p:cNvPr id="297" name="Google Shape;297;p42"/>
          <p:cNvSpPr txBox="1"/>
          <p:nvPr/>
        </p:nvSpPr>
        <p:spPr>
          <a:xfrm>
            <a:off x="4225925" y="5621337"/>
            <a:ext cx="298450" cy="366712"/>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chemeClr val="dk1"/>
              </a:buClr>
              <a:buSzPts val="1800"/>
              <a:buFont typeface="Helvetica Neue"/>
              <a:buNone/>
            </a:pPr>
            <a:r>
              <a:rPr lang="en-US" sz="1800" b="0" i="0" u="none">
                <a:solidFill>
                  <a:schemeClr val="dk1"/>
                </a:solidFill>
                <a:latin typeface="Helvetica Neue"/>
                <a:ea typeface="Helvetica Neue"/>
                <a:cs typeface="Helvetica Neue"/>
                <a:sym typeface="Helvetica Neue"/>
              </a:rPr>
              <a:t>y</a:t>
            </a:r>
            <a:endParaRPr/>
          </a:p>
        </p:txBody>
      </p:sp>
      <p:pic>
        <p:nvPicPr>
          <p:cNvPr id="298" name="Google Shape;298;p42"/>
          <p:cNvPicPr preferRelativeResize="0"/>
          <p:nvPr/>
        </p:nvPicPr>
        <p:blipFill rotWithShape="1">
          <a:blip r:embed="rId3">
            <a:alphaModFix/>
          </a:blip>
          <a:srcRect l="682" t="17890" r="682" b="18799"/>
          <a:stretch/>
        </p:blipFill>
        <p:spPr>
          <a:xfrm>
            <a:off x="3884612" y="4965700"/>
            <a:ext cx="2727325" cy="1312862"/>
          </a:xfrm>
          <a:prstGeom prst="rect">
            <a:avLst/>
          </a:prstGeom>
          <a:noFill/>
          <a:ln w="38100" cap="flat" cmpd="dbl">
            <a:solidFill>
              <a:schemeClr val="dk2"/>
            </a:solidFill>
            <a:prstDash val="solid"/>
            <a:miter lim="800000"/>
            <a:headEnd type="none" w="sm" len="sm"/>
            <a:tailEnd type="none" w="sm" len="sm"/>
          </a:ln>
        </p:spPr>
      </p:pic>
    </p:spTree>
    <p:extLst>
      <p:ext uri="{BB962C8B-B14F-4D97-AF65-F5344CB8AC3E}">
        <p14:creationId xmlns:p14="http://schemas.microsoft.com/office/powerpoint/2010/main" val="37777282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Conflict </a:t>
            </a:r>
            <a:r>
              <a:rPr lang="en-US" dirty="0" err="1"/>
              <a:t>serialzability</a:t>
            </a:r>
            <a:r>
              <a:rPr lang="en-US" dirty="0"/>
              <a:t> example</a:t>
            </a:r>
            <a:endParaRPr lang="en-IN" dirty="0"/>
          </a:p>
        </p:txBody>
      </p:sp>
      <p:sp>
        <p:nvSpPr>
          <p:cNvPr id="3" name="Text Placeholder 2"/>
          <p:cNvSpPr>
            <a:spLocks noGrp="1"/>
          </p:cNvSpPr>
          <p:nvPr>
            <p:ph type="body" idx="1"/>
          </p:nvPr>
        </p:nvSpPr>
        <p:spPr/>
        <p:txBody>
          <a:bodyPr/>
          <a:lstStyle/>
          <a:p>
            <a:r>
              <a:rPr lang="en-US" dirty="0"/>
              <a:t>Let’s see how a precedence graph looks like of above schedule.</a:t>
            </a:r>
          </a:p>
          <a:p>
            <a:endParaRPr lang="en-US" dirty="0"/>
          </a:p>
          <a:p>
            <a:endParaRPr lang="en-US" dirty="0"/>
          </a:p>
          <a:p>
            <a:endParaRPr lang="en-US" dirty="0"/>
          </a:p>
          <a:p>
            <a:endParaRPr lang="en-US" dirty="0"/>
          </a:p>
          <a:p>
            <a:endParaRPr lang="en-US" dirty="0"/>
          </a:p>
          <a:p>
            <a:endParaRPr lang="en-US" dirty="0"/>
          </a:p>
          <a:p>
            <a:r>
              <a:rPr lang="en-US" dirty="0">
                <a:highlight>
                  <a:srgbClr val="FFFF00"/>
                </a:highlight>
              </a:rPr>
              <a:t>In the above precedence graph,</a:t>
            </a:r>
          </a:p>
          <a:p>
            <a:r>
              <a:rPr lang="en-US" dirty="0">
                <a:highlight>
                  <a:srgbClr val="FFFF00"/>
                </a:highlight>
              </a:rPr>
              <a:t>we can see that there is no cycle</a:t>
            </a:r>
          </a:p>
          <a:p>
            <a:pPr marL="125730" indent="0">
              <a:buNone/>
            </a:pPr>
            <a:r>
              <a:rPr lang="en-US" dirty="0">
                <a:highlight>
                  <a:srgbClr val="FFFF00"/>
                </a:highlight>
              </a:rPr>
              <a:t>present in the graph. </a:t>
            </a:r>
          </a:p>
          <a:p>
            <a:pPr marL="125730" indent="0">
              <a:buNone/>
            </a:pPr>
            <a:r>
              <a:rPr lang="en-US" dirty="0">
                <a:highlight>
                  <a:srgbClr val="FFFF00"/>
                </a:highlight>
              </a:rPr>
              <a:t>So, we can say that the above </a:t>
            </a:r>
          </a:p>
          <a:p>
            <a:pPr marL="125730" indent="0">
              <a:buNone/>
            </a:pPr>
            <a:r>
              <a:rPr lang="en-US" dirty="0">
                <a:highlight>
                  <a:srgbClr val="FFFF00"/>
                </a:highlight>
              </a:rPr>
              <a:t>schedule is </a:t>
            </a:r>
            <a:r>
              <a:rPr lang="en-US" b="1" dirty="0">
                <a:highlight>
                  <a:srgbClr val="FFFF00"/>
                </a:highlight>
              </a:rPr>
              <a:t>conflict serializable.</a:t>
            </a:r>
            <a:endParaRPr lang="en-IN" dirty="0">
              <a:highlight>
                <a:srgbClr val="FFFF00"/>
              </a:highlight>
            </a:endParaRP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02727" y="1615858"/>
            <a:ext cx="4031905" cy="400722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0823" y="2161566"/>
            <a:ext cx="5676900" cy="1276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9040362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a:p>
        </p:txBody>
      </p:sp>
      <p:sp>
        <p:nvSpPr>
          <p:cNvPr id="4" name="Text Placeholder 3"/>
          <p:cNvSpPr>
            <a:spLocks noGrp="1"/>
          </p:cNvSpPr>
          <p:nvPr>
            <p:ph type="body" idx="1"/>
          </p:nvPr>
        </p:nvSpPr>
        <p:spPr/>
        <p:txBody>
          <a:bodyPr/>
          <a:lstStyle/>
          <a:p>
            <a:r>
              <a:rPr lang="en-US" dirty="0"/>
              <a:t>As there is no loop in the graph, it is a conflict serializable schedule as well as a serial schedule. </a:t>
            </a:r>
          </a:p>
          <a:p>
            <a:r>
              <a:rPr lang="en-US" dirty="0"/>
              <a:t>Since it is a serial schedule, we can detect the order of transactions as well.</a:t>
            </a:r>
          </a:p>
          <a:p>
            <a:r>
              <a:rPr lang="en-US" b="1" dirty="0">
                <a:highlight>
                  <a:srgbClr val="FFFF00"/>
                </a:highlight>
              </a:rPr>
              <a:t>The order of the Transactions:</a:t>
            </a:r>
            <a:r>
              <a:rPr lang="en-US" dirty="0">
                <a:highlight>
                  <a:srgbClr val="FFFF00"/>
                </a:highlight>
              </a:rPr>
              <a:t> t1 will execute first as there is no incoming edge on T1. t3 will execute second as it depends on T1 only. t2 will execute at last as it depends on both T1 and T3.</a:t>
            </a:r>
          </a:p>
          <a:p>
            <a:r>
              <a:rPr lang="en-US" dirty="0">
                <a:highlight>
                  <a:srgbClr val="FFFF00"/>
                </a:highlight>
              </a:rPr>
              <a:t>Possibility of </a:t>
            </a:r>
            <a:r>
              <a:rPr lang="en-US" dirty="0" err="1">
                <a:highlight>
                  <a:srgbClr val="FFFF00"/>
                </a:highlight>
              </a:rPr>
              <a:t>shedule</a:t>
            </a:r>
            <a:r>
              <a:rPr lang="en-US" dirty="0">
                <a:highlight>
                  <a:srgbClr val="FFFF00"/>
                </a:highlight>
              </a:rPr>
              <a:t>: T1-&gt;T2-&gt;T3, T1-&gt;T3-&gt;T2, T2-&gt;T1-&gt;T3, T2-&gt;T3-&gt;T1, T3-&gt;T1-&gt;T2, T3-&gt;T2-&gt;T1</a:t>
            </a:r>
          </a:p>
          <a:p>
            <a:r>
              <a:rPr lang="en-US" dirty="0">
                <a:highlight>
                  <a:srgbClr val="FFFF00"/>
                </a:highlight>
              </a:rPr>
              <a:t>So, order of its equivalent serial schedule is: </a:t>
            </a:r>
          </a:p>
          <a:p>
            <a:r>
              <a:rPr lang="en-US" dirty="0">
                <a:highlight>
                  <a:srgbClr val="FFFF00"/>
                </a:highlight>
              </a:rPr>
              <a:t>Count the degree of each node: (incoming arrow) if it is zero consider 1</a:t>
            </a:r>
            <a:r>
              <a:rPr lang="en-US" baseline="30000" dirty="0">
                <a:highlight>
                  <a:srgbClr val="FFFF00"/>
                </a:highlight>
              </a:rPr>
              <a:t>st</a:t>
            </a:r>
            <a:r>
              <a:rPr lang="en-US" dirty="0">
                <a:highlight>
                  <a:srgbClr val="FFFF00"/>
                </a:highlight>
              </a:rPr>
              <a:t> schedule,</a:t>
            </a:r>
          </a:p>
          <a:p>
            <a:r>
              <a:rPr lang="en-US" dirty="0">
                <a:highlight>
                  <a:srgbClr val="FFFF00"/>
                </a:highlight>
              </a:rPr>
              <a:t>Final schedule order is T2-&gt; T3-&gt;T1</a:t>
            </a:r>
          </a:p>
          <a:p>
            <a:r>
              <a:rPr lang="en-US" dirty="0">
                <a:hlinkClick r:id="rId2"/>
              </a:rPr>
              <a:t>https://www.scaler.com/topics/dbms/serializability-in-dbms</a:t>
            </a:r>
            <a:endParaRPr lang="en-US" dirty="0"/>
          </a:p>
          <a:p>
            <a:endParaRPr lang="en-US" dirty="0"/>
          </a:p>
          <a:p>
            <a:endParaRPr lang="en-IN" dirty="0"/>
          </a:p>
        </p:txBody>
      </p:sp>
    </p:spTree>
    <p:extLst>
      <p:ext uri="{BB962C8B-B14F-4D97-AF65-F5344CB8AC3E}">
        <p14:creationId xmlns:p14="http://schemas.microsoft.com/office/powerpoint/2010/main" val="12454023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of View </a:t>
            </a:r>
            <a:r>
              <a:rPr lang="en-US" dirty="0" err="1"/>
              <a:t>Serializability</a:t>
            </a:r>
            <a:endParaRPr lang="en-IN" dirty="0"/>
          </a:p>
        </p:txBody>
      </p:sp>
      <p:sp>
        <p:nvSpPr>
          <p:cNvPr id="12" name="Text Placeholder 11"/>
          <p:cNvSpPr>
            <a:spLocks noGrp="1"/>
          </p:cNvSpPr>
          <p:nvPr>
            <p:ph type="body" idx="2"/>
          </p:nvPr>
        </p:nvSpPr>
        <p:spPr>
          <a:xfrm>
            <a:off x="2755726" y="1089764"/>
            <a:ext cx="5819949" cy="4920511"/>
          </a:xfrm>
        </p:spPr>
        <p:txBody>
          <a:bodyPr/>
          <a:lstStyle/>
          <a:p>
            <a:r>
              <a:rPr lang="en-US" sz="1600" dirty="0"/>
              <a:t>Let’s swap the read-write operations in the middle of the two transactions to create the view equivalent schedule</a:t>
            </a:r>
            <a:endParaRPr lang="en-IN" sz="1600" dirty="0"/>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4341" y="1406503"/>
            <a:ext cx="2362200" cy="38195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083" name="Picture 1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73212" y="1987463"/>
            <a:ext cx="2428875" cy="381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221473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346" name="Google Shape;346;p46"/>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Recoverable Schedules</a:t>
            </a:r>
            <a:endParaRPr/>
          </a:p>
        </p:txBody>
      </p:sp>
      <p:sp>
        <p:nvSpPr>
          <p:cNvPr id="347" name="Google Shape;347;p46"/>
          <p:cNvSpPr txBox="1">
            <a:spLocks noGrp="1"/>
          </p:cNvSpPr>
          <p:nvPr>
            <p:ph type="body" idx="1"/>
          </p:nvPr>
        </p:nvSpPr>
        <p:spPr>
          <a:xfrm>
            <a:off x="914400" y="1747837"/>
            <a:ext cx="7848600" cy="4876800"/>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620"/>
              <a:buFont typeface="Arial"/>
              <a:buChar char="●"/>
            </a:pPr>
            <a:r>
              <a:rPr lang="en-US" sz="1800" b="1" i="0" u="none" dirty="0">
                <a:solidFill>
                  <a:schemeClr val="dk2"/>
                </a:solidFill>
                <a:latin typeface="Helvetica Neue"/>
                <a:ea typeface="Helvetica Neue"/>
                <a:cs typeface="Helvetica Neue"/>
                <a:sym typeface="Helvetica Neue"/>
              </a:rPr>
              <a:t>Recoverable</a:t>
            </a:r>
            <a:r>
              <a:rPr lang="en-US" sz="1800" b="1" i="1" u="none" dirty="0">
                <a:solidFill>
                  <a:schemeClr val="dk2"/>
                </a:solidFill>
                <a:latin typeface="Helvetica Neue"/>
                <a:ea typeface="Helvetica Neue"/>
                <a:cs typeface="Helvetica Neue"/>
                <a:sym typeface="Helvetica Neue"/>
              </a:rPr>
              <a:t> </a:t>
            </a:r>
            <a:r>
              <a:rPr lang="en-US" sz="1800" b="1" i="0" u="none" dirty="0">
                <a:solidFill>
                  <a:schemeClr val="dk2"/>
                </a:solidFill>
                <a:latin typeface="Helvetica Neue"/>
                <a:ea typeface="Helvetica Neue"/>
                <a:cs typeface="Helvetica Neue"/>
                <a:sym typeface="Helvetica Neue"/>
              </a:rPr>
              <a:t>schedule</a:t>
            </a:r>
            <a:r>
              <a:rPr lang="en-US" sz="1800" b="0" i="0" u="none" dirty="0">
                <a:solidFill>
                  <a:schemeClr val="dk1"/>
                </a:solidFill>
                <a:latin typeface="Helvetica Neue"/>
                <a:ea typeface="Helvetica Neue"/>
                <a:cs typeface="Helvetica Neue"/>
                <a:sym typeface="Helvetica Neue"/>
              </a:rPr>
              <a:t> — </a:t>
            </a:r>
            <a:r>
              <a:rPr lang="en-US" sz="1800" b="0" i="0" u="none" dirty="0">
                <a:solidFill>
                  <a:schemeClr val="dk1"/>
                </a:solidFill>
                <a:highlight>
                  <a:srgbClr val="FFFF00"/>
                </a:highlight>
                <a:latin typeface="Helvetica Neue"/>
                <a:ea typeface="Helvetica Neue"/>
                <a:cs typeface="Helvetica Neue"/>
                <a:sym typeface="Helvetica Neue"/>
              </a:rPr>
              <a:t>if a transaction </a:t>
            </a:r>
            <a:r>
              <a:rPr lang="en-US" sz="1800" b="0" i="1" u="none" dirty="0" err="1">
                <a:solidFill>
                  <a:schemeClr val="dk1"/>
                </a:solidFill>
                <a:highlight>
                  <a:srgbClr val="FFFF00"/>
                </a:highlight>
                <a:latin typeface="Helvetica Neue"/>
                <a:ea typeface="Helvetica Neue"/>
                <a:cs typeface="Helvetica Neue"/>
                <a:sym typeface="Helvetica Neue"/>
              </a:rPr>
              <a:t>T</a:t>
            </a:r>
            <a:r>
              <a:rPr lang="en-US" sz="1800" b="0" i="1" u="none" baseline="-25000" dirty="0" err="1">
                <a:solidFill>
                  <a:schemeClr val="dk1"/>
                </a:solidFill>
                <a:highlight>
                  <a:srgbClr val="FFFF00"/>
                </a:highlight>
                <a:latin typeface="Helvetica Neue"/>
                <a:ea typeface="Helvetica Neue"/>
                <a:cs typeface="Helvetica Neue"/>
                <a:sym typeface="Helvetica Neue"/>
              </a:rPr>
              <a:t>j</a:t>
            </a:r>
            <a:r>
              <a:rPr lang="en-US" sz="1800" b="0" i="0" u="none" dirty="0">
                <a:solidFill>
                  <a:schemeClr val="dk1"/>
                </a:solidFill>
                <a:highlight>
                  <a:srgbClr val="FFFF00"/>
                </a:highlight>
                <a:latin typeface="Helvetica Neue"/>
                <a:ea typeface="Helvetica Neue"/>
                <a:cs typeface="Helvetica Neue"/>
                <a:sym typeface="Helvetica Neue"/>
              </a:rPr>
              <a:t> reads a data item previously written by a transaction </a:t>
            </a:r>
            <a:r>
              <a:rPr lang="en-US" sz="1800" b="0" i="1" u="none" dirty="0" err="1">
                <a:solidFill>
                  <a:schemeClr val="dk1"/>
                </a:solidFill>
                <a:highlight>
                  <a:srgbClr val="FFFF00"/>
                </a:highlight>
                <a:latin typeface="Helvetica Neue"/>
                <a:ea typeface="Helvetica Neue"/>
                <a:cs typeface="Helvetica Neue"/>
                <a:sym typeface="Helvetica Neue"/>
              </a:rPr>
              <a:t>T</a:t>
            </a:r>
            <a:r>
              <a:rPr lang="en-US" sz="1800" b="0" i="1" u="none" baseline="-25000" dirty="0" err="1">
                <a:solidFill>
                  <a:schemeClr val="dk1"/>
                </a:solidFill>
                <a:highlight>
                  <a:srgbClr val="FFFF00"/>
                </a:highlight>
                <a:latin typeface="Helvetica Neue"/>
                <a:ea typeface="Helvetica Neue"/>
                <a:cs typeface="Helvetica Neue"/>
                <a:sym typeface="Helvetica Neue"/>
              </a:rPr>
              <a:t>i</a:t>
            </a:r>
            <a:r>
              <a:rPr lang="en-US" sz="1800" b="0" i="1" u="none" baseline="-25000" dirty="0">
                <a:solidFill>
                  <a:schemeClr val="dk1"/>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 then the commit operation of </a:t>
            </a:r>
            <a:r>
              <a:rPr lang="en-US" sz="1800" b="0" i="1" u="none" dirty="0" err="1">
                <a:solidFill>
                  <a:schemeClr val="dk1"/>
                </a:solidFill>
                <a:highlight>
                  <a:srgbClr val="FFFF00"/>
                </a:highlight>
                <a:latin typeface="Helvetica Neue"/>
                <a:ea typeface="Helvetica Neue"/>
                <a:cs typeface="Helvetica Neue"/>
                <a:sym typeface="Helvetica Neue"/>
              </a:rPr>
              <a:t>T</a:t>
            </a:r>
            <a:r>
              <a:rPr lang="en-US" sz="1800" b="0" i="1" u="none" baseline="-25000" dirty="0" err="1">
                <a:solidFill>
                  <a:schemeClr val="dk1"/>
                </a:solidFill>
                <a:highlight>
                  <a:srgbClr val="FFFF00"/>
                </a:highlight>
                <a:latin typeface="Helvetica Neue"/>
                <a:ea typeface="Helvetica Neue"/>
                <a:cs typeface="Helvetica Neue"/>
                <a:sym typeface="Helvetica Neue"/>
              </a:rPr>
              <a:t>i</a:t>
            </a:r>
            <a:r>
              <a:rPr lang="en-US" sz="1800" b="0" i="1" u="none" dirty="0">
                <a:solidFill>
                  <a:schemeClr val="dk1"/>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 appears before the commit operation of </a:t>
            </a:r>
            <a:r>
              <a:rPr lang="en-US" sz="1800" b="0" i="1" u="none" dirty="0" err="1">
                <a:solidFill>
                  <a:schemeClr val="dk1"/>
                </a:solidFill>
                <a:highlight>
                  <a:srgbClr val="FFFF00"/>
                </a:highlight>
                <a:latin typeface="Helvetica Neue"/>
                <a:ea typeface="Helvetica Neue"/>
                <a:cs typeface="Helvetica Neue"/>
                <a:sym typeface="Helvetica Neue"/>
              </a:rPr>
              <a:t>T</a:t>
            </a:r>
            <a:r>
              <a:rPr lang="en-US" sz="1800" b="0" i="1" u="none" baseline="-25000" dirty="0" err="1">
                <a:solidFill>
                  <a:schemeClr val="dk1"/>
                </a:solidFill>
                <a:highlight>
                  <a:srgbClr val="FFFF00"/>
                </a:highlight>
                <a:latin typeface="Helvetica Neue"/>
                <a:ea typeface="Helvetica Neue"/>
                <a:cs typeface="Helvetica Neue"/>
                <a:sym typeface="Helvetica Neue"/>
              </a:rPr>
              <a:t>j</a:t>
            </a:r>
            <a:r>
              <a:rPr lang="en-US" sz="1800" b="0" i="1" u="none" dirty="0">
                <a:solidFill>
                  <a:schemeClr val="dk1"/>
                </a:solidFill>
                <a:highlight>
                  <a:srgbClr val="FFFF00"/>
                </a:highlight>
                <a:latin typeface="Helvetica Neue"/>
                <a:ea typeface="Helvetica Neue"/>
                <a:cs typeface="Helvetica Neue"/>
                <a:sym typeface="Helvetica Neue"/>
              </a:rPr>
              <a:t>.</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latin typeface="Helvetica Neue"/>
                <a:ea typeface="Helvetica Neue"/>
                <a:cs typeface="Helvetica Neue"/>
                <a:sym typeface="Helvetica Neue"/>
              </a:rPr>
              <a:t>The following schedule (Schedule 11) is not recoverable if </a:t>
            </a:r>
            <a:r>
              <a:rPr lang="en-US" sz="1800" b="0" i="1" u="none" dirty="0">
                <a:solidFill>
                  <a:schemeClr val="dk1"/>
                </a:solidFill>
                <a:latin typeface="Helvetica Neue"/>
                <a:ea typeface="Helvetica Neue"/>
                <a:cs typeface="Helvetica Neue"/>
                <a:sym typeface="Helvetica Neue"/>
              </a:rPr>
              <a:t>T</a:t>
            </a:r>
            <a:r>
              <a:rPr lang="en-US" sz="1800" b="0" i="1" u="none" baseline="-25000" dirty="0">
                <a:solidFill>
                  <a:schemeClr val="dk1"/>
                </a:solidFill>
                <a:latin typeface="Helvetica Neue"/>
                <a:ea typeface="Helvetica Neue"/>
                <a:cs typeface="Helvetica Neue"/>
                <a:sym typeface="Helvetica Neue"/>
              </a:rPr>
              <a:t>9</a:t>
            </a:r>
            <a:r>
              <a:rPr lang="en-US" sz="1800" b="0" i="1" u="none" dirty="0">
                <a:solidFill>
                  <a:schemeClr val="dk1"/>
                </a:solidFill>
                <a:latin typeface="Helvetica Neue"/>
                <a:ea typeface="Helvetica Neue"/>
                <a:cs typeface="Helvetica Neue"/>
                <a:sym typeface="Helvetica Neue"/>
              </a:rPr>
              <a:t> </a:t>
            </a:r>
            <a:r>
              <a:rPr lang="en-US" sz="1800" b="0" i="0" u="none" dirty="0">
                <a:solidFill>
                  <a:schemeClr val="dk1"/>
                </a:solidFill>
                <a:latin typeface="Helvetica Neue"/>
                <a:ea typeface="Helvetica Neue"/>
                <a:cs typeface="Helvetica Neue"/>
                <a:sym typeface="Helvetica Neue"/>
              </a:rPr>
              <a:t>commits immediately after the read</a:t>
            </a:r>
            <a:br>
              <a:rPr lang="en-US" sz="1800" b="0" i="0" u="none" dirty="0">
                <a:solidFill>
                  <a:schemeClr val="dk1"/>
                </a:solidFill>
                <a:latin typeface="Helvetica Neue"/>
                <a:ea typeface="Helvetica Neue"/>
                <a:cs typeface="Helvetica Neue"/>
                <a:sym typeface="Helvetica Neue"/>
              </a:rPr>
            </a:br>
            <a:r>
              <a:rPr lang="en-US" sz="1800" b="0" i="0" u="none" dirty="0">
                <a:solidFill>
                  <a:schemeClr val="dk1"/>
                </a:solidFill>
                <a:latin typeface="Helvetica Neue"/>
                <a:ea typeface="Helvetica Neue"/>
                <a:cs typeface="Helvetica Neue"/>
                <a:sym typeface="Helvetica Neue"/>
              </a:rPr>
              <a:t>		</a:t>
            </a:r>
            <a:endParaRPr dirty="0"/>
          </a:p>
          <a:p>
            <a:pPr marL="342900" lvl="0" indent="-240030" algn="l" rtl="0">
              <a:lnSpc>
                <a:spcPct val="100000"/>
              </a:lnSpc>
              <a:spcBef>
                <a:spcPts val="630"/>
              </a:spcBef>
              <a:spcAft>
                <a:spcPts val="0"/>
              </a:spcAft>
              <a:buClr>
                <a:schemeClr val="dk2"/>
              </a:buClr>
              <a:buSzPts val="1620"/>
              <a:buFont typeface="Arial"/>
              <a:buNone/>
            </a:pPr>
            <a:endParaRPr sz="1800" b="0" i="0" u="none" dirty="0">
              <a:solidFill>
                <a:schemeClr val="dk1"/>
              </a:solidFill>
              <a:latin typeface="Helvetica Neue"/>
              <a:ea typeface="Helvetica Neue"/>
              <a:cs typeface="Helvetica Neue"/>
              <a:sym typeface="Helvetica Neue"/>
            </a:endParaRPr>
          </a:p>
          <a:p>
            <a:pPr marL="342900" lvl="0" indent="-240030" algn="l" rtl="0">
              <a:lnSpc>
                <a:spcPct val="100000"/>
              </a:lnSpc>
              <a:spcBef>
                <a:spcPts val="630"/>
              </a:spcBef>
              <a:spcAft>
                <a:spcPts val="0"/>
              </a:spcAft>
              <a:buClr>
                <a:schemeClr val="dk2"/>
              </a:buClr>
              <a:buSzPts val="1620"/>
              <a:buFont typeface="Arial"/>
              <a:buNone/>
            </a:pPr>
            <a:endParaRPr sz="1800" b="0" i="0" u="none" dirty="0">
              <a:solidFill>
                <a:schemeClr val="dk1"/>
              </a:solidFill>
              <a:latin typeface="Helvetica Neue"/>
              <a:ea typeface="Helvetica Neue"/>
              <a:cs typeface="Helvetica Neue"/>
              <a:sym typeface="Helvetica Neue"/>
            </a:endParaRPr>
          </a:p>
          <a:p>
            <a:pPr marL="342900" lvl="0" indent="-240030" algn="l" rtl="0">
              <a:lnSpc>
                <a:spcPct val="100000"/>
              </a:lnSpc>
              <a:spcBef>
                <a:spcPts val="630"/>
              </a:spcBef>
              <a:spcAft>
                <a:spcPts val="0"/>
              </a:spcAft>
              <a:buClr>
                <a:schemeClr val="dk2"/>
              </a:buClr>
              <a:buSzPts val="1620"/>
              <a:buFont typeface="Arial"/>
              <a:buNone/>
            </a:pPr>
            <a:endParaRPr sz="1800" b="0" i="0" u="none" dirty="0">
              <a:solidFill>
                <a:schemeClr val="dk1"/>
              </a:solidFill>
              <a:latin typeface="Helvetica Neue"/>
              <a:ea typeface="Helvetica Neue"/>
              <a:cs typeface="Helvetica Neue"/>
              <a:sym typeface="Helvetica Neue"/>
            </a:endParaRPr>
          </a:p>
          <a:p>
            <a:pPr marL="342900" lvl="0" indent="-240030" algn="l" rtl="0">
              <a:lnSpc>
                <a:spcPct val="100000"/>
              </a:lnSpc>
              <a:spcBef>
                <a:spcPts val="630"/>
              </a:spcBef>
              <a:spcAft>
                <a:spcPts val="0"/>
              </a:spcAft>
              <a:buClr>
                <a:schemeClr val="dk2"/>
              </a:buClr>
              <a:buSzPts val="1620"/>
              <a:buFont typeface="Arial"/>
              <a:buNone/>
            </a:pPr>
            <a:endParaRPr sz="1800" b="0" i="0" u="none" dirty="0">
              <a:solidFill>
                <a:schemeClr val="dk1"/>
              </a:solidFill>
              <a:latin typeface="Helvetica Neue"/>
              <a:ea typeface="Helvetica Neue"/>
              <a:cs typeface="Helvetica Neue"/>
              <a:sym typeface="Helvetica Neue"/>
            </a:endParaRPr>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If </a:t>
            </a:r>
            <a:r>
              <a:rPr lang="en-US" sz="1800" b="0" i="1" u="none" dirty="0">
                <a:solidFill>
                  <a:schemeClr val="dk1"/>
                </a:solidFill>
                <a:highlight>
                  <a:srgbClr val="FFFF00"/>
                </a:highlight>
                <a:latin typeface="Helvetica Neue"/>
                <a:ea typeface="Helvetica Neue"/>
                <a:cs typeface="Helvetica Neue"/>
                <a:sym typeface="Helvetica Neue"/>
              </a:rPr>
              <a:t>T</a:t>
            </a:r>
            <a:r>
              <a:rPr lang="en-US" sz="1800" b="0" i="0" u="none" baseline="-25000" dirty="0">
                <a:solidFill>
                  <a:schemeClr val="dk1"/>
                </a:solidFill>
                <a:highlight>
                  <a:srgbClr val="FFFF00"/>
                </a:highlight>
                <a:latin typeface="Helvetica Neue"/>
                <a:ea typeface="Helvetica Neue"/>
                <a:cs typeface="Helvetica Neue"/>
                <a:sym typeface="Helvetica Neue"/>
              </a:rPr>
              <a:t>8</a:t>
            </a:r>
            <a:r>
              <a:rPr lang="en-US" sz="1600" b="0" i="0" u="none" dirty="0">
                <a:solidFill>
                  <a:schemeClr val="dk1"/>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should abort, </a:t>
            </a:r>
            <a:r>
              <a:rPr lang="en-US" sz="1800" b="0" i="1" u="none" dirty="0">
                <a:solidFill>
                  <a:schemeClr val="dk1"/>
                </a:solidFill>
                <a:highlight>
                  <a:srgbClr val="FFFF00"/>
                </a:highlight>
                <a:latin typeface="Helvetica Neue"/>
                <a:ea typeface="Helvetica Neue"/>
                <a:cs typeface="Helvetica Neue"/>
                <a:sym typeface="Helvetica Neue"/>
              </a:rPr>
              <a:t>T</a:t>
            </a:r>
            <a:r>
              <a:rPr lang="en-US" sz="1800" b="0" i="0" u="none" baseline="-25000" dirty="0">
                <a:solidFill>
                  <a:schemeClr val="dk1"/>
                </a:solidFill>
                <a:highlight>
                  <a:srgbClr val="FFFF00"/>
                </a:highlight>
                <a:latin typeface="Helvetica Neue"/>
                <a:ea typeface="Helvetica Neue"/>
                <a:cs typeface="Helvetica Neue"/>
                <a:sym typeface="Helvetica Neue"/>
              </a:rPr>
              <a:t>9</a:t>
            </a:r>
            <a:r>
              <a:rPr lang="en-US" sz="1800" b="0" i="0" u="none" dirty="0">
                <a:solidFill>
                  <a:schemeClr val="dk1"/>
                </a:solidFill>
                <a:highlight>
                  <a:srgbClr val="FFFF00"/>
                </a:highlight>
                <a:latin typeface="Helvetica Neue"/>
                <a:ea typeface="Helvetica Neue"/>
                <a:cs typeface="Helvetica Neue"/>
                <a:sym typeface="Helvetica Neue"/>
              </a:rPr>
              <a:t> would have read (and possibly shown to the user) an inconsistent database state.  Hence, database must ensure that schedules are recoverable.</a:t>
            </a:r>
            <a:endParaRPr dirty="0">
              <a:highlight>
                <a:srgbClr val="FFFF00"/>
              </a:highlight>
            </a:endParaRPr>
          </a:p>
        </p:txBody>
      </p:sp>
      <p:sp>
        <p:nvSpPr>
          <p:cNvPr id="348" name="Google Shape;348;p46"/>
          <p:cNvSpPr txBox="1"/>
          <p:nvPr/>
        </p:nvSpPr>
        <p:spPr>
          <a:xfrm>
            <a:off x="914400" y="1106487"/>
            <a:ext cx="6791325" cy="641350"/>
          </a:xfrm>
          <a:prstGeom prst="rect">
            <a:avLst/>
          </a:prstGeom>
          <a:noFill/>
          <a:ln>
            <a:noFill/>
          </a:ln>
        </p:spPr>
        <p:txBody>
          <a:bodyPr spcFirstLastPara="1" wrap="square" lIns="91425" tIns="45700" rIns="91425" bIns="45700" anchor="ctr" anchorCtr="0">
            <a:spAutoFit/>
          </a:bodyPr>
          <a:lstStyle/>
          <a:p>
            <a:pPr marL="0" marR="0" lvl="0" indent="0" algn="l" rtl="0">
              <a:lnSpc>
                <a:spcPct val="100000"/>
              </a:lnSpc>
              <a:spcBef>
                <a:spcPts val="0"/>
              </a:spcBef>
              <a:spcAft>
                <a:spcPts val="0"/>
              </a:spcAft>
              <a:buClr>
                <a:schemeClr val="dk1"/>
              </a:buClr>
              <a:buSzPts val="1800"/>
              <a:buFont typeface="Helvetica Neue"/>
              <a:buNone/>
            </a:pPr>
            <a:r>
              <a:rPr lang="en-US" sz="1800" b="0" i="0" u="none">
                <a:solidFill>
                  <a:schemeClr val="dk1"/>
                </a:solidFill>
                <a:latin typeface="Helvetica Neue"/>
                <a:ea typeface="Helvetica Neue"/>
                <a:cs typeface="Helvetica Neue"/>
                <a:sym typeface="Helvetica Neue"/>
              </a:rPr>
              <a:t>Need to address the effect of transaction failures on concurrently </a:t>
            </a:r>
            <a:br>
              <a:rPr lang="en-US" sz="1800" b="0" i="0" u="none">
                <a:solidFill>
                  <a:schemeClr val="dk1"/>
                </a:solidFill>
                <a:latin typeface="Helvetica Neue"/>
                <a:ea typeface="Helvetica Neue"/>
                <a:cs typeface="Helvetica Neue"/>
                <a:sym typeface="Helvetica Neue"/>
              </a:rPr>
            </a:br>
            <a:r>
              <a:rPr lang="en-US" sz="1800" b="0" i="0" u="none">
                <a:solidFill>
                  <a:schemeClr val="dk1"/>
                </a:solidFill>
                <a:latin typeface="Helvetica Neue"/>
                <a:ea typeface="Helvetica Neue"/>
                <a:cs typeface="Helvetica Neue"/>
                <a:sym typeface="Helvetica Neue"/>
              </a:rPr>
              <a:t>running transactions.</a:t>
            </a:r>
            <a:endParaRPr/>
          </a:p>
        </p:txBody>
      </p:sp>
      <p:pic>
        <p:nvPicPr>
          <p:cNvPr id="349" name="Google Shape;349;p46"/>
          <p:cNvPicPr preferRelativeResize="0"/>
          <p:nvPr/>
        </p:nvPicPr>
        <p:blipFill rotWithShape="1">
          <a:blip r:embed="rId3">
            <a:alphaModFix/>
          </a:blip>
          <a:srcRect l="462" t="5853" r="1155" b="6161"/>
          <a:stretch/>
        </p:blipFill>
        <p:spPr>
          <a:xfrm>
            <a:off x="3303587" y="3408362"/>
            <a:ext cx="2379662" cy="1595437"/>
          </a:xfrm>
          <a:prstGeom prst="rect">
            <a:avLst/>
          </a:prstGeom>
          <a:noFill/>
          <a:ln w="38100" cap="flat" cmpd="dbl">
            <a:solidFill>
              <a:schemeClr val="dk2"/>
            </a:solidFill>
            <a:prstDash val="solid"/>
            <a:miter lim="800000"/>
            <a:headEnd type="none" w="sm" len="sm"/>
            <a:tailEnd type="none" w="sm" len="sm"/>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Irrecoverable Schedule</a:t>
            </a:r>
            <a:endParaRPr lang="en-IN" dirty="0"/>
          </a:p>
        </p:txBody>
      </p:sp>
      <p:sp>
        <p:nvSpPr>
          <p:cNvPr id="3" name="Text Placeholder 2"/>
          <p:cNvSpPr>
            <a:spLocks noGrp="1"/>
          </p:cNvSpPr>
          <p:nvPr>
            <p:ph type="body" idx="1"/>
          </p:nvPr>
        </p:nvSpPr>
        <p:spPr>
          <a:xfrm>
            <a:off x="739035" y="864296"/>
            <a:ext cx="7891397" cy="5597796"/>
          </a:xfrm>
        </p:spPr>
        <p:txBody>
          <a:bodyPr/>
          <a:lstStyle/>
          <a:p>
            <a:r>
              <a:rPr lang="en-US" dirty="0"/>
              <a:t>Example </a:t>
            </a:r>
            <a:endParaRPr lang="en-IN" dirty="0"/>
          </a:p>
        </p:txBody>
      </p:sp>
      <p:graphicFrame>
        <p:nvGraphicFramePr>
          <p:cNvPr id="4" name="Table 3"/>
          <p:cNvGraphicFramePr>
            <a:graphicFrameLocks noGrp="1"/>
          </p:cNvGraphicFramePr>
          <p:nvPr>
            <p:extLst>
              <p:ext uri="{D42A27DB-BD31-4B8C-83A1-F6EECF244321}">
                <p14:modId xmlns:p14="http://schemas.microsoft.com/office/powerpoint/2010/main" val="1087820254"/>
              </p:ext>
            </p:extLst>
          </p:nvPr>
        </p:nvGraphicFramePr>
        <p:xfrm>
          <a:off x="1048011" y="1371948"/>
          <a:ext cx="2346542" cy="4450080"/>
        </p:xfrm>
        <a:graphic>
          <a:graphicData uri="http://schemas.openxmlformats.org/drawingml/2006/table">
            <a:tbl>
              <a:tblPr firstRow="1" bandRow="1">
                <a:tableStyleId>{073A0DAA-6AF3-43AB-8588-CEC1D06C72B9}</a:tableStyleId>
              </a:tblPr>
              <a:tblGrid>
                <a:gridCol w="1081414">
                  <a:extLst>
                    <a:ext uri="{9D8B030D-6E8A-4147-A177-3AD203B41FA5}">
                      <a16:colId xmlns:a16="http://schemas.microsoft.com/office/drawing/2014/main" val="20000"/>
                    </a:ext>
                  </a:extLst>
                </a:gridCol>
                <a:gridCol w="1265128">
                  <a:extLst>
                    <a:ext uri="{9D8B030D-6E8A-4147-A177-3AD203B41FA5}">
                      <a16:colId xmlns:a16="http://schemas.microsoft.com/office/drawing/2014/main" val="20001"/>
                    </a:ext>
                  </a:extLst>
                </a:gridCol>
              </a:tblGrid>
              <a:tr h="370840">
                <a:tc>
                  <a:txBody>
                    <a:bodyPr/>
                    <a:lstStyle/>
                    <a:p>
                      <a:r>
                        <a:rPr lang="en-US" dirty="0"/>
                        <a:t>T1</a:t>
                      </a:r>
                      <a:endParaRPr lang="en-IN" dirty="0"/>
                    </a:p>
                  </a:txBody>
                  <a:tcPr/>
                </a:tc>
                <a:tc>
                  <a:txBody>
                    <a:bodyPr/>
                    <a:lstStyle/>
                    <a:p>
                      <a:r>
                        <a:rPr lang="en-US" dirty="0"/>
                        <a:t>T2</a:t>
                      </a:r>
                      <a:endParaRPr lang="en-IN" dirty="0"/>
                    </a:p>
                  </a:txBody>
                  <a:tcPr/>
                </a:tc>
                <a:extLst>
                  <a:ext uri="{0D108BD9-81ED-4DB2-BD59-A6C34878D82A}">
                    <a16:rowId xmlns:a16="http://schemas.microsoft.com/office/drawing/2014/main" val="10000"/>
                  </a:ext>
                </a:extLst>
              </a:tr>
              <a:tr h="370840">
                <a:tc>
                  <a:txBody>
                    <a:bodyPr/>
                    <a:lstStyle/>
                    <a:p>
                      <a:r>
                        <a:rPr lang="en-US" dirty="0"/>
                        <a:t>R(A)</a:t>
                      </a:r>
                      <a:endParaRPr lang="en-IN" dirty="0"/>
                    </a:p>
                  </a:txBody>
                  <a:tcPr/>
                </a:tc>
                <a:tc>
                  <a:txBody>
                    <a:bodyPr/>
                    <a:lstStyle/>
                    <a:p>
                      <a:endParaRPr lang="en-IN" dirty="0"/>
                    </a:p>
                  </a:txBody>
                  <a:tcPr/>
                </a:tc>
                <a:extLst>
                  <a:ext uri="{0D108BD9-81ED-4DB2-BD59-A6C34878D82A}">
                    <a16:rowId xmlns:a16="http://schemas.microsoft.com/office/drawing/2014/main" val="10001"/>
                  </a:ext>
                </a:extLst>
              </a:tr>
              <a:tr h="370840">
                <a:tc>
                  <a:txBody>
                    <a:bodyPr/>
                    <a:lstStyle/>
                    <a:p>
                      <a:r>
                        <a:rPr lang="en-US" dirty="0"/>
                        <a:t>A=A-5</a:t>
                      </a:r>
                      <a:endParaRPr lang="en-IN" dirty="0"/>
                    </a:p>
                  </a:txBody>
                  <a:tcPr/>
                </a:tc>
                <a:tc>
                  <a:txBody>
                    <a:bodyPr/>
                    <a:lstStyle/>
                    <a:p>
                      <a:endParaRPr lang="en-IN" dirty="0"/>
                    </a:p>
                  </a:txBody>
                  <a:tcPr/>
                </a:tc>
                <a:extLst>
                  <a:ext uri="{0D108BD9-81ED-4DB2-BD59-A6C34878D82A}">
                    <a16:rowId xmlns:a16="http://schemas.microsoft.com/office/drawing/2014/main" val="10002"/>
                  </a:ext>
                </a:extLst>
              </a:tr>
              <a:tr h="370840">
                <a:tc>
                  <a:txBody>
                    <a:bodyPr/>
                    <a:lstStyle/>
                    <a:p>
                      <a:r>
                        <a:rPr lang="en-US" dirty="0"/>
                        <a:t>W(A)</a:t>
                      </a:r>
                      <a:endParaRPr lang="en-IN" dirty="0"/>
                    </a:p>
                  </a:txBody>
                  <a:tcPr/>
                </a:tc>
                <a:tc>
                  <a:txBody>
                    <a:bodyPr/>
                    <a:lstStyle/>
                    <a:p>
                      <a:endParaRPr lang="en-IN" dirty="0"/>
                    </a:p>
                  </a:txBody>
                  <a:tcPr/>
                </a:tc>
                <a:extLst>
                  <a:ext uri="{0D108BD9-81ED-4DB2-BD59-A6C34878D82A}">
                    <a16:rowId xmlns:a16="http://schemas.microsoft.com/office/drawing/2014/main" val="10003"/>
                  </a:ext>
                </a:extLst>
              </a:tr>
              <a:tr h="370840">
                <a:tc>
                  <a:txBody>
                    <a:bodyPr/>
                    <a:lstStyle/>
                    <a:p>
                      <a:pPr marL="0" marR="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n-IN" dirty="0"/>
                    </a:p>
                  </a:txBody>
                  <a:tcPr/>
                </a:tc>
                <a:tc>
                  <a:txBody>
                    <a:bodyPr/>
                    <a:lstStyle/>
                    <a:p>
                      <a:r>
                        <a:rPr lang="en-US" dirty="0"/>
                        <a:t>R(A)</a:t>
                      </a:r>
                      <a:endParaRPr lang="en-IN" dirty="0"/>
                    </a:p>
                  </a:txBody>
                  <a:tcPr/>
                </a:tc>
                <a:extLst>
                  <a:ext uri="{0D108BD9-81ED-4DB2-BD59-A6C34878D82A}">
                    <a16:rowId xmlns:a16="http://schemas.microsoft.com/office/drawing/2014/main" val="10004"/>
                  </a:ext>
                </a:extLst>
              </a:tr>
              <a:tr h="370840">
                <a:tc>
                  <a:txBody>
                    <a:bodyPr/>
                    <a:lstStyle/>
                    <a:p>
                      <a:endParaRPr lang="en-IN" dirty="0"/>
                    </a:p>
                  </a:txBody>
                  <a:tcPr/>
                </a:tc>
                <a:tc>
                  <a:txBody>
                    <a:bodyPr/>
                    <a:lstStyle/>
                    <a:p>
                      <a:r>
                        <a:rPr lang="en-US" dirty="0"/>
                        <a:t>A=A-2</a:t>
                      </a:r>
                      <a:endParaRPr lang="en-IN" dirty="0"/>
                    </a:p>
                  </a:txBody>
                  <a:tcPr/>
                </a:tc>
                <a:extLst>
                  <a:ext uri="{0D108BD9-81ED-4DB2-BD59-A6C34878D82A}">
                    <a16:rowId xmlns:a16="http://schemas.microsoft.com/office/drawing/2014/main" val="10005"/>
                  </a:ext>
                </a:extLst>
              </a:tr>
              <a:tr h="370840">
                <a:tc>
                  <a:txBody>
                    <a:bodyPr/>
                    <a:lstStyle/>
                    <a:p>
                      <a:endParaRPr lang="en-IN" dirty="0"/>
                    </a:p>
                  </a:txBody>
                  <a:tcPr/>
                </a:tc>
                <a:tc>
                  <a:txBody>
                    <a:bodyPr/>
                    <a:lstStyle/>
                    <a:p>
                      <a:r>
                        <a:rPr lang="en-US" dirty="0"/>
                        <a:t>W(A)</a:t>
                      </a:r>
                      <a:endParaRPr lang="en-IN" dirty="0"/>
                    </a:p>
                  </a:txBody>
                  <a:tcPr/>
                </a:tc>
                <a:extLst>
                  <a:ext uri="{0D108BD9-81ED-4DB2-BD59-A6C34878D82A}">
                    <a16:rowId xmlns:a16="http://schemas.microsoft.com/office/drawing/2014/main" val="10006"/>
                  </a:ext>
                </a:extLst>
              </a:tr>
              <a:tr h="370840">
                <a:tc>
                  <a:txBody>
                    <a:bodyPr/>
                    <a:lstStyle/>
                    <a:p>
                      <a:r>
                        <a:rPr lang="en-US" dirty="0"/>
                        <a:t>R(B)</a:t>
                      </a:r>
                      <a:endParaRPr lang="en-IN" dirty="0"/>
                    </a:p>
                  </a:txBody>
                  <a:tcPr/>
                </a:tc>
                <a:tc>
                  <a:txBody>
                    <a:bodyPr/>
                    <a:lstStyle/>
                    <a:p>
                      <a:endParaRPr lang="en-IN" dirty="0"/>
                    </a:p>
                  </a:txBody>
                  <a:tcPr/>
                </a:tc>
                <a:extLst>
                  <a:ext uri="{0D108BD9-81ED-4DB2-BD59-A6C34878D82A}">
                    <a16:rowId xmlns:a16="http://schemas.microsoft.com/office/drawing/2014/main" val="10007"/>
                  </a:ext>
                </a:extLst>
              </a:tr>
              <a:tr h="370840">
                <a:tc>
                  <a:txBody>
                    <a:bodyPr/>
                    <a:lstStyle/>
                    <a:p>
                      <a:r>
                        <a:rPr lang="en-US" dirty="0"/>
                        <a:t>.</a:t>
                      </a:r>
                      <a:endParaRPr lang="en-IN" dirty="0"/>
                    </a:p>
                  </a:txBody>
                  <a:tcPr/>
                </a:tc>
                <a:tc>
                  <a:txBody>
                    <a:bodyPr/>
                    <a:lstStyle/>
                    <a:p>
                      <a:endParaRPr lang="en-IN" dirty="0"/>
                    </a:p>
                  </a:txBody>
                  <a:tcPr/>
                </a:tc>
                <a:extLst>
                  <a:ext uri="{0D108BD9-81ED-4DB2-BD59-A6C34878D82A}">
                    <a16:rowId xmlns:a16="http://schemas.microsoft.com/office/drawing/2014/main" val="10008"/>
                  </a:ext>
                </a:extLst>
              </a:tr>
              <a:tr h="370840">
                <a:tc>
                  <a:txBody>
                    <a:bodyPr/>
                    <a:lstStyle/>
                    <a:p>
                      <a:r>
                        <a:rPr lang="en-US" dirty="0"/>
                        <a:t>.</a:t>
                      </a:r>
                      <a:endParaRPr lang="en-IN" dirty="0"/>
                    </a:p>
                  </a:txBody>
                  <a:tcPr/>
                </a:tc>
                <a:tc>
                  <a:txBody>
                    <a:bodyPr/>
                    <a:lstStyle/>
                    <a:p>
                      <a:endParaRPr lang="en-IN" dirty="0"/>
                    </a:p>
                  </a:txBody>
                  <a:tcPr/>
                </a:tc>
                <a:extLst>
                  <a:ext uri="{0D108BD9-81ED-4DB2-BD59-A6C34878D82A}">
                    <a16:rowId xmlns:a16="http://schemas.microsoft.com/office/drawing/2014/main" val="10009"/>
                  </a:ext>
                </a:extLst>
              </a:tr>
              <a:tr h="370840">
                <a:tc>
                  <a:txBody>
                    <a:bodyPr/>
                    <a:lstStyle/>
                    <a:p>
                      <a:r>
                        <a:rPr lang="en-US" dirty="0"/>
                        <a:t>FAIL</a:t>
                      </a:r>
                      <a:endParaRPr lang="en-IN" dirty="0"/>
                    </a:p>
                  </a:txBody>
                  <a:tcPr/>
                </a:tc>
                <a:tc>
                  <a:txBody>
                    <a:bodyPr/>
                    <a:lstStyle/>
                    <a:p>
                      <a:endParaRPr lang="en-IN" dirty="0"/>
                    </a:p>
                  </a:txBody>
                  <a:tcPr/>
                </a:tc>
                <a:extLst>
                  <a:ext uri="{0D108BD9-81ED-4DB2-BD59-A6C34878D82A}">
                    <a16:rowId xmlns:a16="http://schemas.microsoft.com/office/drawing/2014/main" val="10010"/>
                  </a:ext>
                </a:extLst>
              </a:tr>
              <a:tr h="370840">
                <a:tc>
                  <a:txBody>
                    <a:bodyPr/>
                    <a:lstStyle/>
                    <a:p>
                      <a:endParaRPr lang="en-IN" dirty="0"/>
                    </a:p>
                  </a:txBody>
                  <a:tcPr/>
                </a:tc>
                <a:tc>
                  <a:txBody>
                    <a:bodyPr/>
                    <a:lstStyle/>
                    <a:p>
                      <a:endParaRPr lang="en-IN" dirty="0"/>
                    </a:p>
                  </a:txBody>
                  <a:tcPr/>
                </a:tc>
                <a:extLst>
                  <a:ext uri="{0D108BD9-81ED-4DB2-BD59-A6C34878D82A}">
                    <a16:rowId xmlns:a16="http://schemas.microsoft.com/office/drawing/2014/main" val="10011"/>
                  </a:ext>
                </a:extLst>
              </a:tr>
            </a:tbl>
          </a:graphicData>
        </a:graphic>
      </p:graphicFrame>
    </p:spTree>
    <p:extLst>
      <p:ext uri="{BB962C8B-B14F-4D97-AF65-F5344CB8AC3E}">
        <p14:creationId xmlns:p14="http://schemas.microsoft.com/office/powerpoint/2010/main" val="431463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54"/>
        <p:cNvGrpSpPr/>
        <p:nvPr/>
      </p:nvGrpSpPr>
      <p:grpSpPr>
        <a:xfrm>
          <a:off x="0" y="0"/>
          <a:ext cx="0" cy="0"/>
          <a:chOff x="0" y="0"/>
          <a:chExt cx="0" cy="0"/>
        </a:xfrm>
      </p:grpSpPr>
      <p:sp>
        <p:nvSpPr>
          <p:cNvPr id="355" name="Google Shape;355;p47"/>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Cascading Rollbacks</a:t>
            </a:r>
            <a:endParaRPr/>
          </a:p>
        </p:txBody>
      </p:sp>
      <p:sp>
        <p:nvSpPr>
          <p:cNvPr id="356" name="Google Shape;356;p47"/>
          <p:cNvSpPr txBox="1">
            <a:spLocks noGrp="1"/>
          </p:cNvSpPr>
          <p:nvPr>
            <p:ph type="body" idx="1"/>
          </p:nvPr>
        </p:nvSpPr>
        <p:spPr>
          <a:xfrm>
            <a:off x="914400" y="1106487"/>
            <a:ext cx="7169150" cy="4622800"/>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620"/>
              <a:buFont typeface="Arial"/>
              <a:buChar char="●"/>
            </a:pPr>
            <a:r>
              <a:rPr lang="en-US" sz="1800" b="1" i="0" u="none">
                <a:solidFill>
                  <a:schemeClr val="dk2"/>
                </a:solidFill>
                <a:latin typeface="Helvetica Neue"/>
                <a:ea typeface="Helvetica Neue"/>
                <a:cs typeface="Helvetica Neue"/>
                <a:sym typeface="Helvetica Neue"/>
              </a:rPr>
              <a:t>Cascading rollback</a:t>
            </a:r>
            <a:r>
              <a:rPr lang="en-US" sz="1800" b="0" i="0" u="none">
                <a:solidFill>
                  <a:schemeClr val="dk1"/>
                </a:solidFill>
                <a:latin typeface="Helvetica Neue"/>
                <a:ea typeface="Helvetica Neue"/>
                <a:cs typeface="Helvetica Neue"/>
                <a:sym typeface="Helvetica Neue"/>
              </a:rPr>
              <a:t> – a single transaction failure leads to a series of transaction rollbacks.  Consider the following schedule where none of the transactions has yet committed (so the schedule is recoverable)</a:t>
            </a:r>
            <a:br>
              <a:rPr lang="en-US" sz="1800" b="0" i="0" u="none">
                <a:solidFill>
                  <a:schemeClr val="dk1"/>
                </a:solidFill>
                <a:latin typeface="Helvetica Neue"/>
                <a:ea typeface="Helvetica Neue"/>
                <a:cs typeface="Helvetica Neue"/>
                <a:sym typeface="Helvetica Neue"/>
              </a:rPr>
            </a:br>
            <a:br>
              <a:rPr lang="en-US" sz="1800" b="0" i="0" u="none">
                <a:solidFill>
                  <a:schemeClr val="dk1"/>
                </a:solidFill>
                <a:latin typeface="Helvetica Neue"/>
                <a:ea typeface="Helvetica Neue"/>
                <a:cs typeface="Helvetica Neue"/>
                <a:sym typeface="Helvetica Neue"/>
              </a:rPr>
            </a:br>
            <a:br>
              <a:rPr lang="en-US" sz="1800" b="0" i="0" u="none">
                <a:solidFill>
                  <a:schemeClr val="dk1"/>
                </a:solidFill>
                <a:latin typeface="Helvetica Neue"/>
                <a:ea typeface="Helvetica Neue"/>
                <a:cs typeface="Helvetica Neue"/>
                <a:sym typeface="Helvetica Neue"/>
              </a:rPr>
            </a:br>
            <a:br>
              <a:rPr lang="en-US" sz="1800" b="0" i="0" u="none">
                <a:solidFill>
                  <a:schemeClr val="dk1"/>
                </a:solidFill>
                <a:latin typeface="Helvetica Neue"/>
                <a:ea typeface="Helvetica Neue"/>
                <a:cs typeface="Helvetica Neue"/>
                <a:sym typeface="Helvetica Neue"/>
              </a:rPr>
            </a:br>
            <a:br>
              <a:rPr lang="en-US" sz="1800" b="0" i="0" u="none">
                <a:solidFill>
                  <a:schemeClr val="dk1"/>
                </a:solidFill>
                <a:latin typeface="Helvetica Neue"/>
                <a:ea typeface="Helvetica Neue"/>
                <a:cs typeface="Helvetica Neue"/>
                <a:sym typeface="Helvetica Neue"/>
              </a:rPr>
            </a:br>
            <a:br>
              <a:rPr lang="en-US" sz="1800" b="0" i="0" u="none">
                <a:solidFill>
                  <a:schemeClr val="dk1"/>
                </a:solidFill>
                <a:latin typeface="Helvetica Neue"/>
                <a:ea typeface="Helvetica Neue"/>
                <a:cs typeface="Helvetica Neue"/>
                <a:sym typeface="Helvetica Neue"/>
              </a:rPr>
            </a:br>
            <a:br>
              <a:rPr lang="en-US" sz="1800" b="0" i="0" u="none">
                <a:solidFill>
                  <a:schemeClr val="dk1"/>
                </a:solidFill>
                <a:latin typeface="Helvetica Neue"/>
                <a:ea typeface="Helvetica Neue"/>
                <a:cs typeface="Helvetica Neue"/>
                <a:sym typeface="Helvetica Neue"/>
              </a:rPr>
            </a:br>
            <a:br>
              <a:rPr lang="en-US" sz="1800" b="0" i="0" u="none">
                <a:solidFill>
                  <a:schemeClr val="dk1"/>
                </a:solidFill>
                <a:latin typeface="Helvetica Neue"/>
                <a:ea typeface="Helvetica Neue"/>
                <a:cs typeface="Helvetica Neue"/>
                <a:sym typeface="Helvetica Neue"/>
              </a:rPr>
            </a:br>
            <a:br>
              <a:rPr lang="en-US" sz="1800" b="0" i="0" u="none">
                <a:solidFill>
                  <a:schemeClr val="dk1"/>
                </a:solidFill>
                <a:latin typeface="Helvetica Neue"/>
                <a:ea typeface="Helvetica Neue"/>
                <a:cs typeface="Helvetica Neue"/>
                <a:sym typeface="Helvetica Neue"/>
              </a:rPr>
            </a:br>
            <a:br>
              <a:rPr lang="en-US" sz="1800" b="0" i="0" u="none">
                <a:solidFill>
                  <a:schemeClr val="dk1"/>
                </a:solidFill>
                <a:latin typeface="Helvetica Neue"/>
                <a:ea typeface="Helvetica Neue"/>
                <a:cs typeface="Helvetica Neue"/>
                <a:sym typeface="Helvetica Neue"/>
              </a:rPr>
            </a:br>
            <a:r>
              <a:rPr lang="en-US" sz="1800" b="0" i="0" u="none">
                <a:solidFill>
                  <a:schemeClr val="dk1"/>
                </a:solidFill>
                <a:latin typeface="Helvetica Neue"/>
                <a:ea typeface="Helvetica Neue"/>
                <a:cs typeface="Helvetica Neue"/>
                <a:sym typeface="Helvetica Neue"/>
              </a:rPr>
              <a:t>If </a:t>
            </a:r>
            <a:r>
              <a:rPr lang="en-US" sz="1800" b="0" i="1" u="none">
                <a:solidFill>
                  <a:schemeClr val="dk1"/>
                </a:solidFill>
                <a:latin typeface="Helvetica Neue"/>
                <a:ea typeface="Helvetica Neue"/>
                <a:cs typeface="Helvetica Neue"/>
                <a:sym typeface="Helvetica Neue"/>
              </a:rPr>
              <a:t>T</a:t>
            </a:r>
            <a:r>
              <a:rPr lang="en-US" sz="1800" b="0" i="0" u="none" baseline="-25000">
                <a:solidFill>
                  <a:schemeClr val="dk1"/>
                </a:solidFill>
                <a:latin typeface="Helvetica Neue"/>
                <a:ea typeface="Helvetica Neue"/>
                <a:cs typeface="Helvetica Neue"/>
                <a:sym typeface="Helvetica Neue"/>
              </a:rPr>
              <a:t>10</a:t>
            </a:r>
            <a:r>
              <a:rPr lang="en-US" sz="1800" b="0" i="0" u="none">
                <a:solidFill>
                  <a:schemeClr val="dk1"/>
                </a:solidFill>
                <a:latin typeface="Helvetica Neue"/>
                <a:ea typeface="Helvetica Neue"/>
                <a:cs typeface="Helvetica Neue"/>
                <a:sym typeface="Helvetica Neue"/>
              </a:rPr>
              <a:t> fails, </a:t>
            </a:r>
            <a:r>
              <a:rPr lang="en-US" sz="1800" b="0" i="1" u="none">
                <a:solidFill>
                  <a:schemeClr val="dk1"/>
                </a:solidFill>
                <a:latin typeface="Helvetica Neue"/>
                <a:ea typeface="Helvetica Neue"/>
                <a:cs typeface="Helvetica Neue"/>
                <a:sym typeface="Helvetica Neue"/>
              </a:rPr>
              <a:t>T</a:t>
            </a:r>
            <a:r>
              <a:rPr lang="en-US" sz="1800" b="0" i="0" u="none" baseline="-25000">
                <a:solidFill>
                  <a:schemeClr val="dk1"/>
                </a:solidFill>
                <a:latin typeface="Helvetica Neue"/>
                <a:ea typeface="Helvetica Neue"/>
                <a:cs typeface="Helvetica Neue"/>
                <a:sym typeface="Helvetica Neue"/>
              </a:rPr>
              <a:t>11</a:t>
            </a:r>
            <a:r>
              <a:rPr lang="en-US" sz="1800" b="0" i="0" u="none">
                <a:solidFill>
                  <a:schemeClr val="dk1"/>
                </a:solidFill>
                <a:latin typeface="Helvetica Neue"/>
                <a:ea typeface="Helvetica Neue"/>
                <a:cs typeface="Helvetica Neue"/>
                <a:sym typeface="Helvetica Neue"/>
              </a:rPr>
              <a:t> and </a:t>
            </a:r>
            <a:r>
              <a:rPr lang="en-US" sz="1800" b="0" i="1" u="none">
                <a:solidFill>
                  <a:schemeClr val="dk1"/>
                </a:solidFill>
                <a:latin typeface="Helvetica Neue"/>
                <a:ea typeface="Helvetica Neue"/>
                <a:cs typeface="Helvetica Neue"/>
                <a:sym typeface="Helvetica Neue"/>
              </a:rPr>
              <a:t>T</a:t>
            </a:r>
            <a:r>
              <a:rPr lang="en-US" sz="1800" b="0" i="0" u="none" baseline="-25000">
                <a:solidFill>
                  <a:schemeClr val="dk1"/>
                </a:solidFill>
                <a:latin typeface="Helvetica Neue"/>
                <a:ea typeface="Helvetica Neue"/>
                <a:cs typeface="Helvetica Neue"/>
                <a:sym typeface="Helvetica Neue"/>
              </a:rPr>
              <a:t>12</a:t>
            </a:r>
            <a:r>
              <a:rPr lang="en-US" sz="1800" b="0" i="0" u="none">
                <a:solidFill>
                  <a:schemeClr val="dk1"/>
                </a:solidFill>
                <a:latin typeface="Helvetica Neue"/>
                <a:ea typeface="Helvetica Neue"/>
                <a:cs typeface="Helvetica Neue"/>
                <a:sym typeface="Helvetica Neue"/>
              </a:rPr>
              <a:t> must also be rolled back.</a:t>
            </a:r>
            <a:endParaRPr/>
          </a:p>
          <a:p>
            <a:pPr marL="342900" lvl="0" indent="-342900" algn="l" rtl="0">
              <a:lnSpc>
                <a:spcPct val="100000"/>
              </a:lnSpc>
              <a:spcBef>
                <a:spcPts val="630"/>
              </a:spcBef>
              <a:spcAft>
                <a:spcPts val="0"/>
              </a:spcAft>
              <a:buClr>
                <a:schemeClr val="dk2"/>
              </a:buClr>
              <a:buSzPts val="1620"/>
              <a:buFont typeface="Arial"/>
              <a:buChar char="●"/>
            </a:pPr>
            <a:r>
              <a:rPr lang="en-US" sz="1800" b="0" i="0" u="none">
                <a:solidFill>
                  <a:schemeClr val="dk1"/>
                </a:solidFill>
                <a:latin typeface="Helvetica Neue"/>
                <a:ea typeface="Helvetica Neue"/>
                <a:cs typeface="Helvetica Neue"/>
                <a:sym typeface="Helvetica Neue"/>
              </a:rPr>
              <a:t>Can lead to the undoing of a significant amount of work</a:t>
            </a:r>
            <a:endParaRPr/>
          </a:p>
        </p:txBody>
      </p:sp>
      <p:pic>
        <p:nvPicPr>
          <p:cNvPr id="357" name="Google Shape;357;p47"/>
          <p:cNvPicPr preferRelativeResize="0"/>
          <p:nvPr/>
        </p:nvPicPr>
        <p:blipFill rotWithShape="1">
          <a:blip r:embed="rId3">
            <a:alphaModFix/>
          </a:blip>
          <a:srcRect l="450" t="9592" r="673" b="9592"/>
          <a:stretch/>
        </p:blipFill>
        <p:spPr>
          <a:xfrm>
            <a:off x="2220912" y="2278062"/>
            <a:ext cx="3711575" cy="2276475"/>
          </a:xfrm>
          <a:prstGeom prst="rect">
            <a:avLst/>
          </a:prstGeom>
          <a:noFill/>
          <a:ln w="38100" cap="flat" cmpd="dbl">
            <a:solidFill>
              <a:schemeClr val="dk2"/>
            </a:solidFill>
            <a:prstDash val="solid"/>
            <a:miter lim="800000"/>
            <a:headEnd type="none" w="sm" len="sm"/>
            <a:tailEnd type="none" w="sm" len="sm"/>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48"/>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Cascadeless Schedules</a:t>
            </a:r>
            <a:endParaRPr/>
          </a:p>
        </p:txBody>
      </p:sp>
      <p:sp>
        <p:nvSpPr>
          <p:cNvPr id="364" name="Google Shape;364;p48"/>
          <p:cNvSpPr txBox="1">
            <a:spLocks noGrp="1"/>
          </p:cNvSpPr>
          <p:nvPr>
            <p:ph type="body" idx="1"/>
          </p:nvPr>
        </p:nvSpPr>
        <p:spPr>
          <a:xfrm>
            <a:off x="914400" y="1106487"/>
            <a:ext cx="7661275" cy="4903787"/>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620"/>
              <a:buFont typeface="Arial"/>
              <a:buChar char="●"/>
            </a:pPr>
            <a:r>
              <a:rPr lang="en-US" sz="1800" b="1" i="0" u="none" dirty="0" err="1">
                <a:solidFill>
                  <a:schemeClr val="dk2"/>
                </a:solidFill>
                <a:latin typeface="Helvetica Neue"/>
                <a:ea typeface="Helvetica Neue"/>
                <a:cs typeface="Helvetica Neue"/>
                <a:sym typeface="Helvetica Neue"/>
              </a:rPr>
              <a:t>Cascadeless</a:t>
            </a:r>
            <a:r>
              <a:rPr lang="en-US" sz="1800" b="1" i="1" u="none" dirty="0">
                <a:solidFill>
                  <a:schemeClr val="dk2"/>
                </a:solidFill>
                <a:latin typeface="Helvetica Neue"/>
                <a:ea typeface="Helvetica Neue"/>
                <a:cs typeface="Helvetica Neue"/>
                <a:sym typeface="Helvetica Neue"/>
              </a:rPr>
              <a:t> </a:t>
            </a:r>
            <a:r>
              <a:rPr lang="en-US" sz="1800" b="1" i="0" u="none" dirty="0">
                <a:solidFill>
                  <a:schemeClr val="dk2"/>
                </a:solidFill>
                <a:latin typeface="Helvetica Neue"/>
                <a:ea typeface="Helvetica Neue"/>
                <a:cs typeface="Helvetica Neue"/>
                <a:sym typeface="Helvetica Neue"/>
              </a:rPr>
              <a:t>schedules</a:t>
            </a:r>
            <a:r>
              <a:rPr lang="en-US" sz="1800" b="0" i="0" u="none" dirty="0">
                <a:solidFill>
                  <a:schemeClr val="dk1"/>
                </a:solidFill>
                <a:latin typeface="Helvetica Neue"/>
                <a:ea typeface="Helvetica Neue"/>
                <a:cs typeface="Helvetica Neue"/>
                <a:sym typeface="Helvetica Neue"/>
              </a:rPr>
              <a:t> — </a:t>
            </a:r>
            <a:r>
              <a:rPr lang="en-US" sz="1800" b="0" i="0" u="none" dirty="0">
                <a:solidFill>
                  <a:schemeClr val="dk1"/>
                </a:solidFill>
                <a:highlight>
                  <a:srgbClr val="FFFF00"/>
                </a:highlight>
                <a:latin typeface="Helvetica Neue"/>
                <a:ea typeface="Helvetica Neue"/>
                <a:cs typeface="Helvetica Neue"/>
                <a:sym typeface="Helvetica Neue"/>
              </a:rPr>
              <a:t>cascading rollbacks cannot occur; for each pair of transactions </a:t>
            </a:r>
            <a:r>
              <a:rPr lang="en-US" sz="1800" b="0" i="1" u="none" dirty="0" err="1">
                <a:solidFill>
                  <a:schemeClr val="dk1"/>
                </a:solidFill>
                <a:highlight>
                  <a:srgbClr val="FFFF00"/>
                </a:highlight>
                <a:latin typeface="Helvetica Neue"/>
                <a:ea typeface="Helvetica Neue"/>
                <a:cs typeface="Helvetica Neue"/>
                <a:sym typeface="Helvetica Neue"/>
              </a:rPr>
              <a:t>T</a:t>
            </a:r>
            <a:r>
              <a:rPr lang="en-US" sz="1800" b="0" i="1" u="none" baseline="-25000" dirty="0" err="1">
                <a:solidFill>
                  <a:schemeClr val="dk1"/>
                </a:solidFill>
                <a:highlight>
                  <a:srgbClr val="FFFF00"/>
                </a:highlight>
                <a:latin typeface="Helvetica Neue"/>
                <a:ea typeface="Helvetica Neue"/>
                <a:cs typeface="Helvetica Neue"/>
                <a:sym typeface="Helvetica Neue"/>
              </a:rPr>
              <a:t>i</a:t>
            </a:r>
            <a:r>
              <a:rPr lang="en-US" sz="1800" b="0" i="1" u="none" dirty="0">
                <a:solidFill>
                  <a:schemeClr val="dk1"/>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and </a:t>
            </a:r>
            <a:r>
              <a:rPr lang="en-US" sz="1800" b="0" i="1" u="none" dirty="0" err="1">
                <a:solidFill>
                  <a:schemeClr val="dk1"/>
                </a:solidFill>
                <a:highlight>
                  <a:srgbClr val="FFFF00"/>
                </a:highlight>
                <a:latin typeface="Helvetica Neue"/>
                <a:ea typeface="Helvetica Neue"/>
                <a:cs typeface="Helvetica Neue"/>
                <a:sym typeface="Helvetica Neue"/>
              </a:rPr>
              <a:t>T</a:t>
            </a:r>
            <a:r>
              <a:rPr lang="en-US" sz="1800" b="0" i="1" u="none" baseline="-25000" dirty="0" err="1">
                <a:solidFill>
                  <a:schemeClr val="dk1"/>
                </a:solidFill>
                <a:highlight>
                  <a:srgbClr val="FFFF00"/>
                </a:highlight>
                <a:latin typeface="Helvetica Neue"/>
                <a:ea typeface="Helvetica Neue"/>
                <a:cs typeface="Helvetica Neue"/>
                <a:sym typeface="Helvetica Neue"/>
              </a:rPr>
              <a:t>j</a:t>
            </a:r>
            <a:r>
              <a:rPr lang="en-US" sz="1800" b="0" i="0" u="none" dirty="0">
                <a:solidFill>
                  <a:schemeClr val="dk1"/>
                </a:solidFill>
                <a:highlight>
                  <a:srgbClr val="FFFF00"/>
                </a:highlight>
                <a:latin typeface="Helvetica Neue"/>
                <a:ea typeface="Helvetica Neue"/>
                <a:cs typeface="Helvetica Neue"/>
                <a:sym typeface="Helvetica Neue"/>
              </a:rPr>
              <a:t> such that </a:t>
            </a:r>
            <a:r>
              <a:rPr lang="en-US" sz="1800" b="0" i="1" u="none" dirty="0" err="1">
                <a:solidFill>
                  <a:schemeClr val="dk1"/>
                </a:solidFill>
                <a:highlight>
                  <a:srgbClr val="FFFF00"/>
                </a:highlight>
                <a:latin typeface="Helvetica Neue"/>
                <a:ea typeface="Helvetica Neue"/>
                <a:cs typeface="Helvetica Neue"/>
                <a:sym typeface="Helvetica Neue"/>
              </a:rPr>
              <a:t>T</a:t>
            </a:r>
            <a:r>
              <a:rPr lang="en-US" sz="1800" b="0" i="1" u="none" baseline="-25000" dirty="0" err="1">
                <a:solidFill>
                  <a:schemeClr val="dk1"/>
                </a:solidFill>
                <a:highlight>
                  <a:srgbClr val="FFFF00"/>
                </a:highlight>
                <a:latin typeface="Helvetica Neue"/>
                <a:ea typeface="Helvetica Neue"/>
                <a:cs typeface="Helvetica Neue"/>
                <a:sym typeface="Helvetica Neue"/>
              </a:rPr>
              <a:t>j</a:t>
            </a:r>
            <a:r>
              <a:rPr lang="en-US" sz="1800" b="0" i="0" u="none" dirty="0">
                <a:solidFill>
                  <a:schemeClr val="dk1"/>
                </a:solidFill>
                <a:highlight>
                  <a:srgbClr val="FFFF00"/>
                </a:highlight>
                <a:latin typeface="Helvetica Neue"/>
                <a:ea typeface="Helvetica Neue"/>
                <a:cs typeface="Helvetica Neue"/>
                <a:sym typeface="Helvetica Neue"/>
              </a:rPr>
              <a:t>  reads a data item previously written by </a:t>
            </a:r>
            <a:r>
              <a:rPr lang="en-US" sz="1800" b="0" i="1" u="none" dirty="0" err="1">
                <a:solidFill>
                  <a:schemeClr val="dk1"/>
                </a:solidFill>
                <a:highlight>
                  <a:srgbClr val="FFFF00"/>
                </a:highlight>
                <a:latin typeface="Helvetica Neue"/>
                <a:ea typeface="Helvetica Neue"/>
                <a:cs typeface="Helvetica Neue"/>
                <a:sym typeface="Helvetica Neue"/>
              </a:rPr>
              <a:t>T</a:t>
            </a:r>
            <a:r>
              <a:rPr lang="en-US" sz="1800" b="0" i="1" u="none" baseline="-25000" dirty="0" err="1">
                <a:solidFill>
                  <a:schemeClr val="dk1"/>
                </a:solidFill>
                <a:highlight>
                  <a:srgbClr val="FFFF00"/>
                </a:highlight>
                <a:latin typeface="Helvetica Neue"/>
                <a:ea typeface="Helvetica Neue"/>
                <a:cs typeface="Helvetica Neue"/>
                <a:sym typeface="Helvetica Neue"/>
              </a:rPr>
              <a:t>i</a:t>
            </a:r>
            <a:r>
              <a:rPr lang="en-US" sz="1800" b="0" i="0" u="none" dirty="0">
                <a:solidFill>
                  <a:schemeClr val="dk1"/>
                </a:solidFill>
                <a:highlight>
                  <a:srgbClr val="FFFF00"/>
                </a:highlight>
                <a:latin typeface="Helvetica Neue"/>
                <a:ea typeface="Helvetica Neue"/>
                <a:cs typeface="Helvetica Neue"/>
                <a:sym typeface="Helvetica Neue"/>
              </a:rPr>
              <a:t>, the commit operation of </a:t>
            </a:r>
            <a:r>
              <a:rPr lang="en-US" sz="1800" b="0" i="1" u="none" dirty="0" err="1">
                <a:solidFill>
                  <a:schemeClr val="dk1"/>
                </a:solidFill>
                <a:highlight>
                  <a:srgbClr val="FFFF00"/>
                </a:highlight>
                <a:latin typeface="Helvetica Neue"/>
                <a:ea typeface="Helvetica Neue"/>
                <a:cs typeface="Helvetica Neue"/>
                <a:sym typeface="Helvetica Neue"/>
              </a:rPr>
              <a:t>T</a:t>
            </a:r>
            <a:r>
              <a:rPr lang="en-US" sz="1800" b="0" i="1" u="none" baseline="-25000" dirty="0" err="1">
                <a:solidFill>
                  <a:schemeClr val="dk1"/>
                </a:solidFill>
                <a:highlight>
                  <a:srgbClr val="FFFF00"/>
                </a:highlight>
                <a:latin typeface="Helvetica Neue"/>
                <a:ea typeface="Helvetica Neue"/>
                <a:cs typeface="Helvetica Neue"/>
                <a:sym typeface="Helvetica Neue"/>
              </a:rPr>
              <a:t>i</a:t>
            </a:r>
            <a:r>
              <a:rPr lang="en-US" sz="1800" b="0" i="1" u="none" dirty="0">
                <a:solidFill>
                  <a:schemeClr val="dk1"/>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 appears before the read operation of </a:t>
            </a:r>
            <a:r>
              <a:rPr lang="en-US" sz="1800" b="0" i="1" u="none" dirty="0" err="1">
                <a:solidFill>
                  <a:schemeClr val="dk1"/>
                </a:solidFill>
                <a:highlight>
                  <a:srgbClr val="FFFF00"/>
                </a:highlight>
                <a:latin typeface="Helvetica Neue"/>
                <a:ea typeface="Helvetica Neue"/>
                <a:cs typeface="Helvetica Neue"/>
                <a:sym typeface="Helvetica Neue"/>
              </a:rPr>
              <a:t>T</a:t>
            </a:r>
            <a:r>
              <a:rPr lang="en-US" sz="1800" b="0" i="1" u="none" baseline="-25000" dirty="0" err="1">
                <a:solidFill>
                  <a:schemeClr val="dk1"/>
                </a:solidFill>
                <a:highlight>
                  <a:srgbClr val="FFFF00"/>
                </a:highlight>
                <a:latin typeface="Helvetica Neue"/>
                <a:ea typeface="Helvetica Neue"/>
                <a:cs typeface="Helvetica Neue"/>
                <a:sym typeface="Helvetica Neue"/>
              </a:rPr>
              <a:t>j</a:t>
            </a:r>
            <a:r>
              <a:rPr lang="en-US" sz="1800" b="0" i="0" u="none" dirty="0">
                <a:solidFill>
                  <a:schemeClr val="dk1"/>
                </a:solidFill>
                <a:highlight>
                  <a:srgbClr val="FFFF00"/>
                </a:highlight>
                <a:latin typeface="Helvetica Neue"/>
                <a:ea typeface="Helvetica Neue"/>
                <a:cs typeface="Helvetica Neue"/>
                <a:sym typeface="Helvetica Neue"/>
              </a:rPr>
              <a:t>.</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Every </a:t>
            </a:r>
            <a:r>
              <a:rPr lang="en-US" sz="1800" b="0" i="0" u="none" dirty="0" err="1">
                <a:solidFill>
                  <a:schemeClr val="dk1"/>
                </a:solidFill>
                <a:highlight>
                  <a:srgbClr val="FFFF00"/>
                </a:highlight>
                <a:latin typeface="Helvetica Neue"/>
                <a:ea typeface="Helvetica Neue"/>
                <a:cs typeface="Helvetica Neue"/>
                <a:sym typeface="Helvetica Neue"/>
              </a:rPr>
              <a:t>cascadeless</a:t>
            </a:r>
            <a:r>
              <a:rPr lang="en-US" sz="1800" b="0" i="0" u="none" dirty="0">
                <a:solidFill>
                  <a:schemeClr val="dk1"/>
                </a:solidFill>
                <a:highlight>
                  <a:srgbClr val="FFFF00"/>
                </a:highlight>
                <a:latin typeface="Helvetica Neue"/>
                <a:ea typeface="Helvetica Neue"/>
                <a:cs typeface="Helvetica Neue"/>
                <a:sym typeface="Helvetica Neue"/>
              </a:rPr>
              <a:t> schedule is also recoverable</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It is desirable to restrict the schedules to those that are </a:t>
            </a:r>
            <a:r>
              <a:rPr lang="en-US" sz="1800" b="0" i="0" u="none" dirty="0" err="1">
                <a:solidFill>
                  <a:schemeClr val="dk1"/>
                </a:solidFill>
                <a:highlight>
                  <a:srgbClr val="FFFF00"/>
                </a:highlight>
                <a:latin typeface="Helvetica Neue"/>
                <a:ea typeface="Helvetica Neue"/>
                <a:cs typeface="Helvetica Neue"/>
                <a:sym typeface="Helvetica Neue"/>
              </a:rPr>
              <a:t>cascadeless</a:t>
            </a:r>
            <a:r>
              <a:rPr lang="en-US" sz="1800" b="0" i="0" u="none" dirty="0">
                <a:solidFill>
                  <a:schemeClr val="dk1"/>
                </a:solidFill>
                <a:highlight>
                  <a:srgbClr val="FFFF00"/>
                </a:highlight>
                <a:latin typeface="Helvetica Neue"/>
                <a:ea typeface="Helvetica Neue"/>
                <a:cs typeface="Helvetica Neue"/>
                <a:sym typeface="Helvetica Neue"/>
              </a:rPr>
              <a:t>.</a:t>
            </a:r>
          </a:p>
          <a:p>
            <a:pPr marL="342900" lvl="0" indent="-342900" algn="l" rtl="0">
              <a:lnSpc>
                <a:spcPct val="100000"/>
              </a:lnSpc>
              <a:spcBef>
                <a:spcPts val="630"/>
              </a:spcBef>
              <a:spcAft>
                <a:spcPts val="0"/>
              </a:spcAft>
              <a:buClr>
                <a:schemeClr val="dk2"/>
              </a:buClr>
              <a:buSzPts val="1620"/>
              <a:buFont typeface="Arial"/>
              <a:buChar char="●"/>
            </a:pPr>
            <a:endParaRPr lang="en-US" dirty="0"/>
          </a:p>
          <a:p>
            <a:pPr marL="342900" lvl="0" indent="-342900" algn="l" rtl="0">
              <a:lnSpc>
                <a:spcPct val="100000"/>
              </a:lnSpc>
              <a:spcBef>
                <a:spcPts val="630"/>
              </a:spcBef>
              <a:spcAft>
                <a:spcPts val="0"/>
              </a:spcAft>
              <a:buClr>
                <a:schemeClr val="dk2"/>
              </a:buClr>
              <a:buSzPts val="1620"/>
              <a:buFont typeface="Arial"/>
              <a:buChar char="●"/>
            </a:pPr>
            <a:endParaRPr lang="en-US" dirty="0"/>
          </a:p>
          <a:p>
            <a:pPr marL="342900" lvl="0" indent="-342900" algn="l" rtl="0">
              <a:lnSpc>
                <a:spcPct val="100000"/>
              </a:lnSpc>
              <a:spcBef>
                <a:spcPts val="630"/>
              </a:spcBef>
              <a:spcAft>
                <a:spcPts val="0"/>
              </a:spcAft>
              <a:buClr>
                <a:schemeClr val="dk2"/>
              </a:buClr>
              <a:buSzPts val="1620"/>
              <a:buFont typeface="Arial"/>
              <a:buChar char="●"/>
            </a:pPr>
            <a:endParaRPr lang="en-US" dirty="0"/>
          </a:p>
          <a:p>
            <a:pPr marL="342900" lvl="0" indent="-342900" algn="l" rtl="0">
              <a:lnSpc>
                <a:spcPct val="100000"/>
              </a:lnSpc>
              <a:spcBef>
                <a:spcPts val="630"/>
              </a:spcBef>
              <a:spcAft>
                <a:spcPts val="0"/>
              </a:spcAft>
              <a:buClr>
                <a:schemeClr val="dk2"/>
              </a:buClr>
              <a:buSzPts val="1620"/>
              <a:buFont typeface="Arial"/>
              <a:buChar char="●"/>
            </a:pPr>
            <a:endParaRPr lang="en-US" dirty="0"/>
          </a:p>
          <a:p>
            <a:pPr marL="342900" lvl="0" indent="-342900" algn="l" rtl="0">
              <a:lnSpc>
                <a:spcPct val="100000"/>
              </a:lnSpc>
              <a:spcBef>
                <a:spcPts val="630"/>
              </a:spcBef>
              <a:spcAft>
                <a:spcPts val="0"/>
              </a:spcAft>
              <a:buClr>
                <a:schemeClr val="dk2"/>
              </a:buClr>
              <a:buSzPts val="1620"/>
              <a:buFont typeface="Arial"/>
              <a:buChar char="●"/>
            </a:pPr>
            <a:endParaRPr lang="en-US" dirty="0"/>
          </a:p>
          <a:p>
            <a:pPr marL="342900" lvl="0" indent="-342900" algn="l" rtl="0">
              <a:lnSpc>
                <a:spcPct val="100000"/>
              </a:lnSpc>
              <a:spcBef>
                <a:spcPts val="630"/>
              </a:spcBef>
              <a:spcAft>
                <a:spcPts val="0"/>
              </a:spcAft>
              <a:buClr>
                <a:schemeClr val="dk2"/>
              </a:buClr>
              <a:buSzPts val="1620"/>
              <a:buFont typeface="Arial"/>
              <a:buChar char="●"/>
            </a:pPr>
            <a:endParaRPr lang="en-US" dirty="0"/>
          </a:p>
          <a:p>
            <a:pPr marL="342900" lvl="0" indent="-342900" algn="l" rtl="0">
              <a:lnSpc>
                <a:spcPct val="100000"/>
              </a:lnSpc>
              <a:spcBef>
                <a:spcPts val="630"/>
              </a:spcBef>
              <a:spcAft>
                <a:spcPts val="0"/>
              </a:spcAft>
              <a:buClr>
                <a:schemeClr val="dk2"/>
              </a:buClr>
              <a:buSzPts val="1620"/>
              <a:buFont typeface="Arial"/>
              <a:buChar char="●"/>
            </a:pPr>
            <a:endParaRPr lang="en-US" dirty="0"/>
          </a:p>
          <a:p>
            <a:pPr marL="342900" lvl="0" indent="-342900" algn="l" rtl="0">
              <a:lnSpc>
                <a:spcPct val="100000"/>
              </a:lnSpc>
              <a:spcBef>
                <a:spcPts val="630"/>
              </a:spcBef>
              <a:spcAft>
                <a:spcPts val="0"/>
              </a:spcAft>
              <a:buClr>
                <a:schemeClr val="dk2"/>
              </a:buClr>
              <a:buSzPts val="1620"/>
              <a:buFont typeface="Arial"/>
              <a:buChar char="●"/>
            </a:pPr>
            <a:endParaRPr lang="en-US" dirty="0"/>
          </a:p>
          <a:p>
            <a:pPr marL="342900" lvl="0" indent="-342900" algn="l" rtl="0">
              <a:lnSpc>
                <a:spcPct val="100000"/>
              </a:lnSpc>
              <a:spcBef>
                <a:spcPts val="630"/>
              </a:spcBef>
              <a:spcAft>
                <a:spcPts val="0"/>
              </a:spcAft>
              <a:buClr>
                <a:schemeClr val="dk2"/>
              </a:buClr>
              <a:buSzPts val="1620"/>
              <a:buFont typeface="Arial"/>
              <a:buChar char="●"/>
            </a:pPr>
            <a:r>
              <a:rPr lang="en-US" dirty="0">
                <a:highlight>
                  <a:srgbClr val="FFFF00"/>
                </a:highlight>
              </a:rPr>
              <a:t>Here we enforce T11 &amp; T12 that they can’t read until it commits.</a:t>
            </a:r>
          </a:p>
          <a:p>
            <a:pPr marL="342900" lvl="0" indent="-342900" algn="l" rtl="0">
              <a:lnSpc>
                <a:spcPct val="100000"/>
              </a:lnSpc>
              <a:spcBef>
                <a:spcPts val="630"/>
              </a:spcBef>
              <a:spcAft>
                <a:spcPts val="0"/>
              </a:spcAft>
              <a:buClr>
                <a:schemeClr val="dk2"/>
              </a:buClr>
              <a:buSzPts val="1620"/>
              <a:buFont typeface="Arial"/>
              <a:buChar char="●"/>
            </a:pPr>
            <a:r>
              <a:rPr lang="en-US" dirty="0">
                <a:highlight>
                  <a:srgbClr val="FFFF00"/>
                </a:highlight>
              </a:rPr>
              <a:t>But the disadvantage is ,it allows Write-write operations.</a:t>
            </a:r>
          </a:p>
        </p:txBody>
      </p:sp>
      <p:pic>
        <p:nvPicPr>
          <p:cNvPr id="4" name="Google Shape;357;p47"/>
          <p:cNvPicPr preferRelativeResize="0"/>
          <p:nvPr/>
        </p:nvPicPr>
        <p:blipFill rotWithShape="1">
          <a:blip r:embed="rId3">
            <a:alphaModFix/>
          </a:blip>
          <a:srcRect l="450" t="9592" r="673" b="9592"/>
          <a:stretch/>
        </p:blipFill>
        <p:spPr>
          <a:xfrm>
            <a:off x="2408801" y="3139051"/>
            <a:ext cx="3711575" cy="2276475"/>
          </a:xfrm>
          <a:prstGeom prst="rect">
            <a:avLst/>
          </a:prstGeom>
          <a:noFill/>
          <a:ln w="38100" cap="flat" cmpd="dbl">
            <a:solidFill>
              <a:schemeClr val="dk2"/>
            </a:solidFill>
            <a:prstDash val="solid"/>
            <a:miter lim="800000"/>
            <a:headEnd type="none" w="sm" len="sm"/>
            <a:tailEnd type="none" w="sm" len="sm"/>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48"/>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dirty="0">
                <a:solidFill>
                  <a:schemeClr val="dk2"/>
                </a:solidFill>
                <a:latin typeface="Helvetica Neue"/>
                <a:ea typeface="Helvetica Neue"/>
                <a:cs typeface="Helvetica Neue"/>
                <a:sym typeface="Helvetica Neue"/>
              </a:rPr>
              <a:t>Strict Schedules</a:t>
            </a:r>
            <a:endParaRPr dirty="0"/>
          </a:p>
        </p:txBody>
      </p:sp>
      <p:sp>
        <p:nvSpPr>
          <p:cNvPr id="364" name="Google Shape;364;p48"/>
          <p:cNvSpPr txBox="1">
            <a:spLocks noGrp="1"/>
          </p:cNvSpPr>
          <p:nvPr>
            <p:ph type="body" idx="1"/>
          </p:nvPr>
        </p:nvSpPr>
        <p:spPr>
          <a:xfrm>
            <a:off x="914400" y="1106487"/>
            <a:ext cx="7661275" cy="4903787"/>
          </a:xfrm>
          <a:prstGeom prst="rect">
            <a:avLst/>
          </a:prstGeom>
          <a:noFill/>
          <a:ln>
            <a:noFill/>
          </a:ln>
        </p:spPr>
        <p:txBody>
          <a:bodyPr spcFirstLastPara="1" wrap="square" lIns="91425" tIns="45700" rIns="91425" bIns="45700" anchor="t" anchorCtr="0">
            <a:noAutofit/>
          </a:bodyPr>
          <a:lstStyle/>
          <a:p>
            <a:r>
              <a:rPr lang="en-US" dirty="0">
                <a:highlight>
                  <a:srgbClr val="FFFF00"/>
                </a:highlight>
              </a:rPr>
              <a:t>If in a schedule, a transaction is neither allowed to read nor write a data item until the last transaction that has written it is committed or aborted, then such a schedule is called as a </a:t>
            </a:r>
            <a:r>
              <a:rPr lang="en-US" b="1" dirty="0">
                <a:highlight>
                  <a:srgbClr val="FFFF00"/>
                </a:highlight>
              </a:rPr>
              <a:t>Strict Schedule</a:t>
            </a:r>
            <a:r>
              <a:rPr lang="en-US" dirty="0">
                <a:highlight>
                  <a:srgbClr val="FFFF00"/>
                </a:highlight>
              </a:rPr>
              <a:t>.</a:t>
            </a:r>
          </a:p>
          <a:p>
            <a:r>
              <a:rPr lang="en-US" dirty="0"/>
              <a:t>In other words,</a:t>
            </a:r>
          </a:p>
          <a:p>
            <a:pPr lvl="1"/>
            <a:r>
              <a:rPr lang="en-US" dirty="0"/>
              <a:t>Strict schedule allows only committed read and write operations.</a:t>
            </a:r>
          </a:p>
          <a:p>
            <a:pPr lvl="1"/>
            <a:r>
              <a:rPr lang="en-US" dirty="0"/>
              <a:t>Clearly, strict schedule implements more restrictions than </a:t>
            </a:r>
            <a:r>
              <a:rPr lang="en-US" dirty="0" err="1"/>
              <a:t>cascadeless</a:t>
            </a:r>
            <a:r>
              <a:rPr lang="en-US" dirty="0"/>
              <a:t> schedule.</a:t>
            </a:r>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20758" y="3839227"/>
            <a:ext cx="3276600" cy="2286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330098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3" name="Text Placeholder 2"/>
          <p:cNvSpPr>
            <a:spLocks noGrp="1"/>
          </p:cNvSpPr>
          <p:nvPr>
            <p:ph type="body" idx="1"/>
          </p:nvPr>
        </p:nvSpPr>
        <p:spPr/>
        <p:txBody>
          <a:bodyPr/>
          <a:lstStyle/>
          <a:p>
            <a:endParaRPr lang="en-IN"/>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19388" y="1352550"/>
            <a:ext cx="3705225" cy="4152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7198150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sp>
        <p:nvSpPr>
          <p:cNvPr id="370" name="Google Shape;370;p49"/>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dirty="0">
                <a:solidFill>
                  <a:schemeClr val="dk2"/>
                </a:solidFill>
                <a:latin typeface="Helvetica Neue"/>
                <a:ea typeface="Helvetica Neue"/>
                <a:cs typeface="Helvetica Neue"/>
                <a:sym typeface="Helvetica Neue"/>
              </a:rPr>
              <a:t>Concurrency Control</a:t>
            </a:r>
            <a:endParaRPr dirty="0"/>
          </a:p>
        </p:txBody>
      </p:sp>
      <p:sp>
        <p:nvSpPr>
          <p:cNvPr id="371" name="Google Shape;371;p49"/>
          <p:cNvSpPr txBox="1">
            <a:spLocks noGrp="1"/>
          </p:cNvSpPr>
          <p:nvPr>
            <p:ph type="body" idx="1"/>
          </p:nvPr>
        </p:nvSpPr>
        <p:spPr>
          <a:xfrm>
            <a:off x="914400" y="1106487"/>
            <a:ext cx="7939087" cy="4884737"/>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62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A database must provide a mechanism that will ensure that all possible schedules are </a:t>
            </a:r>
            <a:endParaRPr dirty="0">
              <a:highlight>
                <a:srgbClr val="FFFF00"/>
              </a:highlight>
            </a:endParaRPr>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either conflict or view serializable, and </a:t>
            </a:r>
            <a:endParaRPr dirty="0">
              <a:highlight>
                <a:srgbClr val="FFFF00"/>
              </a:highlight>
            </a:endParaRPr>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are recoverable and preferably </a:t>
            </a:r>
            <a:r>
              <a:rPr lang="en-US" sz="1800" b="0" i="0" u="none" dirty="0" err="1">
                <a:solidFill>
                  <a:schemeClr val="dk1"/>
                </a:solidFill>
                <a:highlight>
                  <a:srgbClr val="FFFF00"/>
                </a:highlight>
                <a:latin typeface="Helvetica Neue"/>
                <a:ea typeface="Helvetica Neue"/>
                <a:cs typeface="Helvetica Neue"/>
                <a:sym typeface="Helvetica Neue"/>
              </a:rPr>
              <a:t>cascadeless</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latin typeface="Helvetica Neue"/>
                <a:ea typeface="Helvetica Neue"/>
                <a:cs typeface="Helvetica Neue"/>
                <a:sym typeface="Helvetica Neue"/>
              </a:rPr>
              <a:t>A policy in which only one transaction can execute at a time generates serial schedules, but provides a poor degree of concurrency</a:t>
            </a:r>
            <a:endParaRPr dirty="0"/>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latin typeface="Helvetica Neue"/>
                <a:ea typeface="Helvetica Neue"/>
                <a:cs typeface="Helvetica Neue"/>
                <a:sym typeface="Helvetica Neue"/>
              </a:rPr>
              <a:t>Are serial schedules recoverable/</a:t>
            </a:r>
            <a:r>
              <a:rPr lang="en-US" sz="1800" b="0" i="0" u="none" dirty="0" err="1">
                <a:solidFill>
                  <a:schemeClr val="dk1"/>
                </a:solidFill>
                <a:latin typeface="Helvetica Neue"/>
                <a:ea typeface="Helvetica Neue"/>
                <a:cs typeface="Helvetica Neue"/>
                <a:sym typeface="Helvetica Neue"/>
              </a:rPr>
              <a:t>cascadeless</a:t>
            </a:r>
            <a:r>
              <a:rPr lang="en-US" sz="1800" b="0" i="0" u="none" dirty="0">
                <a:solidFill>
                  <a:schemeClr val="dk1"/>
                </a:solidFill>
                <a:latin typeface="Helvetica Neue"/>
                <a:ea typeface="Helvetica Neue"/>
                <a:cs typeface="Helvetica Neue"/>
                <a:sym typeface="Helvetica Neue"/>
              </a:rPr>
              <a:t>?</a:t>
            </a:r>
            <a:endParaRPr dirty="0"/>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latin typeface="Helvetica Neue"/>
                <a:ea typeface="Helvetica Neue"/>
                <a:cs typeface="Helvetica Neue"/>
                <a:sym typeface="Helvetica Neue"/>
              </a:rPr>
              <a:t>Testing a schedule for serializability </a:t>
            </a:r>
            <a:r>
              <a:rPr lang="en-US" sz="1800" b="0" i="1" u="none" dirty="0">
                <a:solidFill>
                  <a:schemeClr val="dk1"/>
                </a:solidFill>
                <a:latin typeface="Helvetica Neue"/>
                <a:ea typeface="Helvetica Neue"/>
                <a:cs typeface="Helvetica Neue"/>
                <a:sym typeface="Helvetica Neue"/>
              </a:rPr>
              <a:t>after</a:t>
            </a:r>
            <a:r>
              <a:rPr lang="en-US" sz="1800" b="0" i="0" u="none" dirty="0">
                <a:solidFill>
                  <a:schemeClr val="dk1"/>
                </a:solidFill>
                <a:latin typeface="Helvetica Neue"/>
                <a:ea typeface="Helvetica Neue"/>
                <a:cs typeface="Helvetica Neue"/>
                <a:sym typeface="Helvetica Neue"/>
              </a:rPr>
              <a:t> it has executed is a little too late!</a:t>
            </a:r>
            <a:endParaRPr dirty="0"/>
          </a:p>
          <a:p>
            <a:pPr marL="342900" lvl="0" indent="-342900" algn="l" rtl="0">
              <a:lnSpc>
                <a:spcPct val="100000"/>
              </a:lnSpc>
              <a:spcBef>
                <a:spcPts val="630"/>
              </a:spcBef>
              <a:spcAft>
                <a:spcPts val="0"/>
              </a:spcAft>
              <a:buClr>
                <a:schemeClr val="dk2"/>
              </a:buClr>
              <a:buSzPts val="1620"/>
              <a:buFont typeface="Arial"/>
              <a:buChar char="●"/>
            </a:pPr>
            <a:r>
              <a:rPr lang="en-US" sz="1800" b="1" i="0" u="none" dirty="0">
                <a:solidFill>
                  <a:schemeClr val="dk2"/>
                </a:solidFill>
                <a:latin typeface="Helvetica Neue"/>
                <a:ea typeface="Helvetica Neue"/>
                <a:cs typeface="Helvetica Neue"/>
                <a:sym typeface="Helvetica Neue"/>
              </a:rPr>
              <a:t>Goal</a:t>
            </a:r>
            <a:r>
              <a:rPr lang="en-US" sz="1800" b="0" i="0" u="none" dirty="0">
                <a:solidFill>
                  <a:schemeClr val="dk1"/>
                </a:solidFill>
                <a:latin typeface="Helvetica Neue"/>
                <a:ea typeface="Helvetica Neue"/>
                <a:cs typeface="Helvetica Neue"/>
                <a:sym typeface="Helvetica Neue"/>
              </a:rPr>
              <a:t> – to develop concurrency control protocols that will assure serializability.</a:t>
            </a:r>
            <a:endParaRPr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50"/>
          <p:cNvSpPr txBox="1">
            <a:spLocks noGrp="1"/>
          </p:cNvSpPr>
          <p:nvPr>
            <p:ph type="title"/>
          </p:nvPr>
        </p:nvSpPr>
        <p:spPr>
          <a:xfrm>
            <a:off x="1114425" y="200025"/>
            <a:ext cx="7753350" cy="4572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2800"/>
              <a:buFont typeface="Helvetica Neue"/>
              <a:buNone/>
            </a:pPr>
            <a:r>
              <a:rPr lang="en-US" sz="2800" b="1" i="0" u="none">
                <a:solidFill>
                  <a:schemeClr val="dk2"/>
                </a:solidFill>
                <a:latin typeface="Helvetica Neue"/>
                <a:ea typeface="Helvetica Neue"/>
                <a:cs typeface="Helvetica Neue"/>
                <a:sym typeface="Helvetica Neue"/>
              </a:rPr>
              <a:t>Concurrency Control vs. Serializability Tests</a:t>
            </a:r>
            <a:endParaRPr/>
          </a:p>
        </p:txBody>
      </p:sp>
      <p:sp>
        <p:nvSpPr>
          <p:cNvPr id="378" name="Google Shape;378;p50"/>
          <p:cNvSpPr txBox="1">
            <a:spLocks noGrp="1"/>
          </p:cNvSpPr>
          <p:nvPr>
            <p:ph type="body" idx="1"/>
          </p:nvPr>
        </p:nvSpPr>
        <p:spPr>
          <a:xfrm>
            <a:off x="914400" y="1106487"/>
            <a:ext cx="7661275" cy="4903787"/>
          </a:xfrm>
          <a:prstGeom prst="rect">
            <a:avLst/>
          </a:prstGeom>
          <a:noFill/>
          <a:ln>
            <a:noFill/>
          </a:ln>
        </p:spPr>
        <p:txBody>
          <a:bodyPr spcFirstLastPara="1" wrap="square" lIns="91425" tIns="45700" rIns="91425" bIns="45700" anchor="t" anchorCtr="0">
            <a:noAutofit/>
          </a:bodyPr>
          <a:lstStyle/>
          <a:p>
            <a:pPr marL="342900" lvl="0" indent="-240030" algn="l" rtl="0">
              <a:lnSpc>
                <a:spcPct val="100000"/>
              </a:lnSpc>
              <a:spcBef>
                <a:spcPts val="0"/>
              </a:spcBef>
              <a:spcAft>
                <a:spcPts val="0"/>
              </a:spcAft>
              <a:buClr>
                <a:schemeClr val="dk2"/>
              </a:buClr>
              <a:buSzPts val="1620"/>
              <a:buFont typeface="Arial"/>
              <a:buNone/>
            </a:pPr>
            <a:endParaRPr sz="1800" b="0" i="0" u="none" dirty="0">
              <a:solidFill>
                <a:schemeClr val="dk1"/>
              </a:solidFill>
              <a:highlight>
                <a:srgbClr val="FFFF00"/>
              </a:highlight>
              <a:latin typeface="Helvetica Neue"/>
              <a:ea typeface="Helvetica Neue"/>
              <a:cs typeface="Helvetica Neue"/>
              <a:sym typeface="Helvetica Neue"/>
            </a:endParaRPr>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Concurrency-control protocols allow concurrent schedules, but ensure that the schedules are conflict/view serializable, and are recoverable and </a:t>
            </a:r>
            <a:r>
              <a:rPr lang="en-US" sz="1800" b="0" i="0" u="none" dirty="0" err="1">
                <a:solidFill>
                  <a:schemeClr val="dk1"/>
                </a:solidFill>
                <a:highlight>
                  <a:srgbClr val="FFFF00"/>
                </a:highlight>
                <a:latin typeface="Helvetica Neue"/>
                <a:ea typeface="Helvetica Neue"/>
                <a:cs typeface="Helvetica Neue"/>
                <a:sym typeface="Helvetica Neue"/>
              </a:rPr>
              <a:t>cascadeless</a:t>
            </a:r>
            <a:r>
              <a:rPr lang="en-US" sz="1800" b="0" i="0" u="none" dirty="0">
                <a:solidFill>
                  <a:schemeClr val="dk1"/>
                </a:solidFill>
                <a:highlight>
                  <a:srgbClr val="FFFF00"/>
                </a:highlight>
                <a:latin typeface="Helvetica Neue"/>
                <a:ea typeface="Helvetica Neue"/>
                <a:cs typeface="Helvetica Neue"/>
                <a:sym typeface="Helvetica Neue"/>
              </a:rPr>
              <a:t> .</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Concurrency control protocols generally do not examine the precedence graph as it is being created</a:t>
            </a:r>
            <a:endParaRPr dirty="0">
              <a:highlight>
                <a:srgbClr val="FFFF00"/>
              </a:highlight>
            </a:endParaRPr>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Instead a protocol imposes a discipline that avoids </a:t>
            </a:r>
            <a:r>
              <a:rPr lang="en-US" sz="1800" b="0" i="0" u="none" dirty="0" err="1">
                <a:solidFill>
                  <a:schemeClr val="dk1"/>
                </a:solidFill>
                <a:highlight>
                  <a:srgbClr val="FFFF00"/>
                </a:highlight>
                <a:latin typeface="Helvetica Neue"/>
                <a:ea typeface="Helvetica Neue"/>
                <a:cs typeface="Helvetica Neue"/>
                <a:sym typeface="Helvetica Neue"/>
              </a:rPr>
              <a:t>nonseralizable</a:t>
            </a:r>
            <a:r>
              <a:rPr lang="en-US" sz="1800" b="0" i="0" u="none" dirty="0">
                <a:solidFill>
                  <a:schemeClr val="dk1"/>
                </a:solidFill>
                <a:highlight>
                  <a:srgbClr val="FFFF00"/>
                </a:highlight>
                <a:latin typeface="Helvetica Neue"/>
                <a:ea typeface="Helvetica Neue"/>
                <a:cs typeface="Helvetica Neue"/>
                <a:sym typeface="Helvetica Neue"/>
              </a:rPr>
              <a:t> schedules.</a:t>
            </a:r>
            <a:endParaRPr dirty="0">
              <a:highlight>
                <a:srgbClr val="FFFF00"/>
              </a:highlight>
            </a:endParaRPr>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We study such protocols in Chapter 16.</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Different concurrency control protocols provide different tradeoffs between the amount of concurrency they allow and the amount of overhead that they incur.</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Tests for serializability help us understand why a concurrency control protocol is correct.   </a:t>
            </a:r>
            <a:endParaRPr dirty="0">
              <a:highlight>
                <a:srgbClr val="FFFF00"/>
              </a:highlight>
            </a:endParaRPr>
          </a:p>
          <a:p>
            <a:pPr marL="342900" lvl="0" indent="-240030" algn="l" rtl="0">
              <a:spcBef>
                <a:spcPts val="630"/>
              </a:spcBef>
              <a:spcAft>
                <a:spcPts val="0"/>
              </a:spcAft>
              <a:buSzPts val="1620"/>
              <a:buNone/>
            </a:pPr>
            <a:endParaRPr sz="1800" b="0" i="0" u="none" dirty="0">
              <a:solidFill>
                <a:schemeClr val="dk1"/>
              </a:solidFill>
              <a:highlight>
                <a:srgbClr val="FFFF00"/>
              </a:highlight>
              <a:latin typeface="Helvetica Neue"/>
              <a:ea typeface="Helvetica Neue"/>
              <a:cs typeface="Helvetica Neue"/>
              <a:sym typeface="Helvetica Neue"/>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83"/>
        <p:cNvGrpSpPr/>
        <p:nvPr/>
      </p:nvGrpSpPr>
      <p:grpSpPr>
        <a:xfrm>
          <a:off x="0" y="0"/>
          <a:ext cx="0" cy="0"/>
          <a:chOff x="0" y="0"/>
          <a:chExt cx="0" cy="0"/>
        </a:xfrm>
      </p:grpSpPr>
      <p:sp>
        <p:nvSpPr>
          <p:cNvPr id="384" name="Google Shape;384;p51"/>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Weak Levels of Consistency</a:t>
            </a:r>
            <a:endParaRPr/>
          </a:p>
        </p:txBody>
      </p:sp>
      <p:sp>
        <p:nvSpPr>
          <p:cNvPr id="385" name="Google Shape;385;p51"/>
          <p:cNvSpPr txBox="1">
            <a:spLocks noGrp="1"/>
          </p:cNvSpPr>
          <p:nvPr>
            <p:ph type="body" idx="1"/>
          </p:nvPr>
        </p:nvSpPr>
        <p:spPr>
          <a:xfrm>
            <a:off x="914400" y="1106487"/>
            <a:ext cx="7661275" cy="4903787"/>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62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Some applications are willing to live with weak levels of consistency, allowing schedules that are not serializable</a:t>
            </a:r>
            <a:endParaRPr dirty="0">
              <a:highlight>
                <a:srgbClr val="FFFF00"/>
              </a:highlight>
            </a:endParaRPr>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latin typeface="Helvetica Neue"/>
                <a:ea typeface="Helvetica Neue"/>
                <a:cs typeface="Helvetica Neue"/>
                <a:sym typeface="Helvetica Neue"/>
              </a:rPr>
              <a:t>E.g. a read-only transaction that wants to get an approximate total balance of all accounts </a:t>
            </a:r>
            <a:endParaRPr dirty="0"/>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latin typeface="Helvetica Neue"/>
                <a:ea typeface="Helvetica Neue"/>
                <a:cs typeface="Helvetica Neue"/>
                <a:sym typeface="Helvetica Neue"/>
              </a:rPr>
              <a:t>E.g. database statistics computed for query optimization can be approximate (why?)</a:t>
            </a:r>
            <a:endParaRPr dirty="0"/>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latin typeface="Helvetica Neue"/>
                <a:ea typeface="Helvetica Neue"/>
                <a:cs typeface="Helvetica Neue"/>
                <a:sym typeface="Helvetica Neue"/>
              </a:rPr>
              <a:t>Such transactions need not be serializable with respect to other transactions</a:t>
            </a:r>
            <a:endParaRPr dirty="0"/>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Tradeoff accuracy for performance</a:t>
            </a:r>
            <a:endParaRPr dirty="0">
              <a:highlight>
                <a:srgbClr val="FFFF00"/>
              </a:highlight>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sp>
        <p:nvSpPr>
          <p:cNvPr id="391" name="Google Shape;391;p52"/>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Levels of Consistency in SQL-92</a:t>
            </a:r>
            <a:endParaRPr/>
          </a:p>
        </p:txBody>
      </p:sp>
      <p:sp>
        <p:nvSpPr>
          <p:cNvPr id="392" name="Google Shape;392;p52"/>
          <p:cNvSpPr txBox="1">
            <a:spLocks noGrp="1"/>
          </p:cNvSpPr>
          <p:nvPr>
            <p:ph type="body" idx="1"/>
          </p:nvPr>
        </p:nvSpPr>
        <p:spPr>
          <a:xfrm>
            <a:off x="914400" y="1106487"/>
            <a:ext cx="7620000" cy="4114800"/>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620"/>
              <a:buFont typeface="Arial"/>
              <a:buChar char="●"/>
            </a:pPr>
            <a:r>
              <a:rPr lang="en-US" sz="1800" b="1" i="0" u="none" dirty="0">
                <a:solidFill>
                  <a:schemeClr val="dk2"/>
                </a:solidFill>
                <a:highlight>
                  <a:srgbClr val="FFFF00"/>
                </a:highlight>
                <a:latin typeface="Helvetica Neue"/>
                <a:ea typeface="Helvetica Neue"/>
                <a:cs typeface="Helvetica Neue"/>
                <a:sym typeface="Helvetica Neue"/>
              </a:rPr>
              <a:t>Serializable</a:t>
            </a:r>
            <a:r>
              <a:rPr lang="en-US" sz="1800" b="1" i="0" u="none" dirty="0">
                <a:solidFill>
                  <a:schemeClr val="dk1"/>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 default</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1" i="0" u="none" dirty="0">
                <a:solidFill>
                  <a:schemeClr val="dk2"/>
                </a:solidFill>
                <a:highlight>
                  <a:srgbClr val="FFFF00"/>
                </a:highlight>
                <a:latin typeface="Helvetica Neue"/>
                <a:ea typeface="Helvetica Neue"/>
                <a:cs typeface="Helvetica Neue"/>
                <a:sym typeface="Helvetica Neue"/>
              </a:rPr>
              <a:t>Repeatable read</a:t>
            </a:r>
            <a:r>
              <a:rPr lang="en-US" sz="1800" b="1" i="0" u="none" dirty="0">
                <a:solidFill>
                  <a:schemeClr val="dk1"/>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a:t>
            </a:r>
            <a:r>
              <a:rPr lang="en-US" sz="1800" b="1" i="0" u="none" dirty="0">
                <a:solidFill>
                  <a:schemeClr val="dk1"/>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only committed records to be read, repeated reads of same record must return same value.  However, a transaction may not be serializable – it may find some records inserted by a transaction but not find others.</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1" i="0" u="none" dirty="0">
                <a:solidFill>
                  <a:schemeClr val="dk2"/>
                </a:solidFill>
                <a:highlight>
                  <a:srgbClr val="FFFF00"/>
                </a:highlight>
                <a:latin typeface="Helvetica Neue"/>
                <a:ea typeface="Helvetica Neue"/>
                <a:cs typeface="Helvetica Neue"/>
                <a:sym typeface="Helvetica Neue"/>
              </a:rPr>
              <a:t>Read committed</a:t>
            </a:r>
            <a:r>
              <a:rPr lang="en-US" sz="1800" b="1" i="0" u="none" dirty="0">
                <a:solidFill>
                  <a:schemeClr val="dk1"/>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a:t>
            </a:r>
            <a:r>
              <a:rPr lang="en-US" sz="1800" b="1" i="0" u="none" dirty="0">
                <a:solidFill>
                  <a:schemeClr val="dk1"/>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only committed records can be read, but successive reads of record may return different (but committed) values.</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1" i="0" u="none" dirty="0">
                <a:solidFill>
                  <a:schemeClr val="dk2"/>
                </a:solidFill>
                <a:highlight>
                  <a:srgbClr val="FFFF00"/>
                </a:highlight>
                <a:latin typeface="Helvetica Neue"/>
                <a:ea typeface="Helvetica Neue"/>
                <a:cs typeface="Helvetica Neue"/>
                <a:sym typeface="Helvetica Neue"/>
              </a:rPr>
              <a:t>Read uncommitted</a:t>
            </a:r>
            <a:r>
              <a:rPr lang="en-US" sz="1800" b="0" i="0" u="none" dirty="0">
                <a:solidFill>
                  <a:schemeClr val="dk1"/>
                </a:solidFill>
                <a:highlight>
                  <a:srgbClr val="FFFF00"/>
                </a:highlight>
                <a:latin typeface="Helvetica Neue"/>
                <a:ea typeface="Helvetica Neue"/>
                <a:cs typeface="Helvetica Neue"/>
                <a:sym typeface="Helvetica Neue"/>
              </a:rPr>
              <a:t> —</a:t>
            </a:r>
            <a:r>
              <a:rPr lang="en-US" sz="1800" b="1" i="0" u="none" dirty="0">
                <a:solidFill>
                  <a:schemeClr val="dk1"/>
                </a:solidFill>
                <a:highlight>
                  <a:srgbClr val="FFFF00"/>
                </a:highlight>
                <a:latin typeface="Helvetica Neue"/>
                <a:ea typeface="Helvetica Neue"/>
                <a:cs typeface="Helvetica Neue"/>
                <a:sym typeface="Helvetica Neue"/>
              </a:rPr>
              <a:t> </a:t>
            </a:r>
            <a:r>
              <a:rPr lang="en-US" sz="1800" b="0" i="0" u="none" dirty="0">
                <a:solidFill>
                  <a:schemeClr val="dk1"/>
                </a:solidFill>
                <a:highlight>
                  <a:srgbClr val="FFFF00"/>
                </a:highlight>
                <a:latin typeface="Helvetica Neue"/>
                <a:ea typeface="Helvetica Neue"/>
                <a:cs typeface="Helvetica Neue"/>
                <a:sym typeface="Helvetica Neue"/>
              </a:rPr>
              <a:t>even uncommitted records may be read. </a:t>
            </a:r>
            <a:endParaRPr dirty="0">
              <a:highlight>
                <a:srgbClr val="FFFF00"/>
              </a:highlight>
            </a:endParaRPr>
          </a:p>
        </p:txBody>
      </p:sp>
      <p:sp>
        <p:nvSpPr>
          <p:cNvPr id="393" name="Google Shape;393;p52"/>
          <p:cNvSpPr txBox="1"/>
          <p:nvPr/>
        </p:nvSpPr>
        <p:spPr>
          <a:xfrm>
            <a:off x="525462" y="4398962"/>
            <a:ext cx="7527925" cy="1476375"/>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2"/>
              </a:buClr>
              <a:buSzPts val="1620"/>
              <a:buFont typeface="Arial"/>
              <a:buChar char="●"/>
            </a:pPr>
            <a:r>
              <a:rPr lang="en-US" sz="1800" b="0" i="0" u="none">
                <a:solidFill>
                  <a:schemeClr val="dk1"/>
                </a:solidFill>
                <a:latin typeface="Helvetica Neue"/>
                <a:ea typeface="Helvetica Neue"/>
                <a:cs typeface="Helvetica Neue"/>
                <a:sym typeface="Helvetica Neue"/>
              </a:rPr>
              <a:t>Lower degrees of consistency useful for gathering approximate</a:t>
            </a:r>
            <a:br>
              <a:rPr lang="en-US" sz="1800" b="0" i="0" u="none">
                <a:solidFill>
                  <a:schemeClr val="dk1"/>
                </a:solidFill>
                <a:latin typeface="Helvetica Neue"/>
                <a:ea typeface="Helvetica Neue"/>
                <a:cs typeface="Helvetica Neue"/>
                <a:sym typeface="Helvetica Neue"/>
              </a:rPr>
            </a:br>
            <a:r>
              <a:rPr lang="en-US" sz="1800" b="0" i="0" u="none">
                <a:solidFill>
                  <a:schemeClr val="dk1"/>
                </a:solidFill>
                <a:latin typeface="Helvetica Neue"/>
                <a:ea typeface="Helvetica Neue"/>
                <a:cs typeface="Helvetica Neue"/>
                <a:sym typeface="Helvetica Neue"/>
              </a:rPr>
              <a:t>information about the database </a:t>
            </a:r>
            <a:endParaRPr/>
          </a:p>
          <a:p>
            <a:pPr marL="342900" marR="0" lvl="0" indent="-342900" algn="l" rtl="0">
              <a:lnSpc>
                <a:spcPct val="100000"/>
              </a:lnSpc>
              <a:spcBef>
                <a:spcPts val="630"/>
              </a:spcBef>
              <a:spcAft>
                <a:spcPts val="0"/>
              </a:spcAft>
              <a:buClr>
                <a:schemeClr val="dk2"/>
              </a:buClr>
              <a:buSzPts val="1620"/>
              <a:buFont typeface="Arial"/>
              <a:buChar char="●"/>
            </a:pPr>
            <a:r>
              <a:rPr lang="en-US" sz="1800" b="0" i="0" u="none">
                <a:solidFill>
                  <a:schemeClr val="dk1"/>
                </a:solidFill>
                <a:latin typeface="Helvetica Neue"/>
                <a:ea typeface="Helvetica Neue"/>
                <a:cs typeface="Helvetica Neue"/>
                <a:sym typeface="Helvetica Neue"/>
              </a:rPr>
              <a:t>Warning: some database systems do not ensure serializable schedules by default</a:t>
            </a:r>
            <a:endParaRPr/>
          </a:p>
          <a:p>
            <a:pPr marL="742950" marR="0" lvl="1" indent="-285750" algn="l" rtl="0">
              <a:lnSpc>
                <a:spcPct val="100000"/>
              </a:lnSpc>
              <a:spcBef>
                <a:spcPts val="630"/>
              </a:spcBef>
              <a:spcAft>
                <a:spcPts val="0"/>
              </a:spcAft>
              <a:buClr>
                <a:schemeClr val="hlink"/>
              </a:buClr>
              <a:buSzPts val="1440"/>
              <a:buFont typeface="Arial"/>
              <a:buChar char="●"/>
            </a:pPr>
            <a:r>
              <a:rPr lang="en-US" sz="1800" b="0" i="0" u="none" strike="noStrike" cap="none">
                <a:solidFill>
                  <a:schemeClr val="dk1"/>
                </a:solidFill>
                <a:latin typeface="Helvetica Neue"/>
                <a:ea typeface="Helvetica Neue"/>
                <a:cs typeface="Helvetica Neue"/>
                <a:sym typeface="Helvetica Neue"/>
              </a:rPr>
              <a:t>E.g. Oracle and PostgreSQL by default support a level of consistency called snapshot isolation (not part of the SQL standard)</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98"/>
        <p:cNvGrpSpPr/>
        <p:nvPr/>
      </p:nvGrpSpPr>
      <p:grpSpPr>
        <a:xfrm>
          <a:off x="0" y="0"/>
          <a:ext cx="0" cy="0"/>
          <a:chOff x="0" y="0"/>
          <a:chExt cx="0" cy="0"/>
        </a:xfrm>
      </p:grpSpPr>
      <p:sp>
        <p:nvSpPr>
          <p:cNvPr id="399" name="Google Shape;399;p53"/>
          <p:cNvSpPr txBox="1">
            <a:spLocks noGrp="1"/>
          </p:cNvSpPr>
          <p:nvPr>
            <p:ph type="title"/>
          </p:nvPr>
        </p:nvSpPr>
        <p:spPr>
          <a:xfrm>
            <a:off x="768350" y="117475"/>
            <a:ext cx="8077200" cy="609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3200"/>
              <a:buFont typeface="Helvetica Neue"/>
              <a:buNone/>
            </a:pPr>
            <a:r>
              <a:rPr lang="en-US" sz="3200" b="1" i="0" u="none">
                <a:solidFill>
                  <a:schemeClr val="dk2"/>
                </a:solidFill>
                <a:latin typeface="Helvetica Neue"/>
                <a:ea typeface="Helvetica Neue"/>
                <a:cs typeface="Helvetica Neue"/>
                <a:sym typeface="Helvetica Neue"/>
              </a:rPr>
              <a:t>Transaction Definition in SQL</a:t>
            </a:r>
            <a:endParaRPr/>
          </a:p>
        </p:txBody>
      </p:sp>
      <p:sp>
        <p:nvSpPr>
          <p:cNvPr id="400" name="Google Shape;400;p53"/>
          <p:cNvSpPr txBox="1">
            <a:spLocks noGrp="1"/>
          </p:cNvSpPr>
          <p:nvPr>
            <p:ph type="body" idx="1"/>
          </p:nvPr>
        </p:nvSpPr>
        <p:spPr>
          <a:xfrm>
            <a:off x="914400" y="1106487"/>
            <a:ext cx="7286625" cy="4114800"/>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2"/>
              </a:buClr>
              <a:buSzPts val="162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Data manipulation language must include a construct for specifying the set of actions that comprise a transaction.</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In SQL, a transaction begins implicitly.</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A transaction in SQL ends by:</a:t>
            </a:r>
            <a:endParaRPr dirty="0">
              <a:highlight>
                <a:srgbClr val="FFFF00"/>
              </a:highlight>
            </a:endParaRPr>
          </a:p>
          <a:p>
            <a:pPr marL="742950" lvl="1" indent="-285750" algn="l" rtl="0">
              <a:lnSpc>
                <a:spcPct val="100000"/>
              </a:lnSpc>
              <a:spcBef>
                <a:spcPts val="630"/>
              </a:spcBef>
              <a:spcAft>
                <a:spcPts val="0"/>
              </a:spcAft>
              <a:buClr>
                <a:schemeClr val="hlink"/>
              </a:buClr>
              <a:buSzPts val="1440"/>
              <a:buFont typeface="Arial"/>
              <a:buChar char="●"/>
            </a:pPr>
            <a:r>
              <a:rPr lang="en-US" sz="1800" b="1" i="0" u="none" dirty="0">
                <a:solidFill>
                  <a:schemeClr val="dk1"/>
                </a:solidFill>
                <a:highlight>
                  <a:srgbClr val="FFFF00"/>
                </a:highlight>
                <a:latin typeface="Helvetica Neue"/>
                <a:ea typeface="Helvetica Neue"/>
                <a:cs typeface="Helvetica Neue"/>
                <a:sym typeface="Helvetica Neue"/>
              </a:rPr>
              <a:t>Commit work</a:t>
            </a:r>
            <a:r>
              <a:rPr lang="en-US" sz="1800" b="0" i="0" u="none" dirty="0">
                <a:solidFill>
                  <a:schemeClr val="dk1"/>
                </a:solidFill>
                <a:highlight>
                  <a:srgbClr val="FFFF00"/>
                </a:highlight>
                <a:latin typeface="Helvetica Neue"/>
                <a:ea typeface="Helvetica Neue"/>
                <a:cs typeface="Helvetica Neue"/>
                <a:sym typeface="Helvetica Neue"/>
              </a:rPr>
              <a:t> commits current transaction and begins a new one.</a:t>
            </a:r>
            <a:endParaRPr dirty="0">
              <a:highlight>
                <a:srgbClr val="FFFF00"/>
              </a:highlight>
            </a:endParaRPr>
          </a:p>
          <a:p>
            <a:pPr marL="742950" lvl="1" indent="-285750" algn="l" rtl="0">
              <a:lnSpc>
                <a:spcPct val="100000"/>
              </a:lnSpc>
              <a:spcBef>
                <a:spcPts val="630"/>
              </a:spcBef>
              <a:spcAft>
                <a:spcPts val="0"/>
              </a:spcAft>
              <a:buClr>
                <a:schemeClr val="hlink"/>
              </a:buClr>
              <a:buSzPts val="1440"/>
              <a:buFont typeface="Arial"/>
              <a:buChar char="●"/>
            </a:pPr>
            <a:r>
              <a:rPr lang="en-US" sz="1800" b="1" i="0" u="none" dirty="0">
                <a:solidFill>
                  <a:schemeClr val="dk1"/>
                </a:solidFill>
                <a:highlight>
                  <a:srgbClr val="FFFF00"/>
                </a:highlight>
                <a:latin typeface="Helvetica Neue"/>
                <a:ea typeface="Helvetica Neue"/>
                <a:cs typeface="Helvetica Neue"/>
                <a:sym typeface="Helvetica Neue"/>
              </a:rPr>
              <a:t>Rollback work</a:t>
            </a:r>
            <a:r>
              <a:rPr lang="en-US" sz="1800" b="0" i="0" u="none" dirty="0">
                <a:solidFill>
                  <a:schemeClr val="dk1"/>
                </a:solidFill>
                <a:highlight>
                  <a:srgbClr val="FFFF00"/>
                </a:highlight>
                <a:latin typeface="Helvetica Neue"/>
                <a:ea typeface="Helvetica Neue"/>
                <a:cs typeface="Helvetica Neue"/>
                <a:sym typeface="Helvetica Neue"/>
              </a:rPr>
              <a:t> causes current transaction to abort.</a:t>
            </a:r>
            <a:endParaRPr dirty="0">
              <a:highlight>
                <a:srgbClr val="FFFF00"/>
              </a:highlight>
            </a:endParaRPr>
          </a:p>
          <a:p>
            <a:pPr marL="342900" lvl="0" indent="-342900" algn="l" rtl="0">
              <a:lnSpc>
                <a:spcPct val="100000"/>
              </a:lnSpc>
              <a:spcBef>
                <a:spcPts val="630"/>
              </a:spcBef>
              <a:spcAft>
                <a:spcPts val="0"/>
              </a:spcAft>
              <a:buClr>
                <a:schemeClr val="dk2"/>
              </a:buClr>
              <a:buSzPts val="1620"/>
              <a:buFont typeface="Arial"/>
              <a:buChar char="●"/>
            </a:pPr>
            <a:r>
              <a:rPr lang="en-US" sz="1800" b="0" i="0" u="none" dirty="0">
                <a:solidFill>
                  <a:schemeClr val="dk1"/>
                </a:solidFill>
                <a:highlight>
                  <a:srgbClr val="FFFF00"/>
                </a:highlight>
                <a:latin typeface="Helvetica Neue"/>
                <a:ea typeface="Helvetica Neue"/>
                <a:cs typeface="Helvetica Neue"/>
                <a:sym typeface="Helvetica Neue"/>
              </a:rPr>
              <a:t>In almost all database systems, by default, every SQL statement also commits implicitly if it executes successfully</a:t>
            </a:r>
            <a:endParaRPr dirty="0">
              <a:highlight>
                <a:srgbClr val="FFFF00"/>
              </a:highlight>
            </a:endParaRPr>
          </a:p>
          <a:p>
            <a:pPr marL="742950" lvl="1" indent="-285750" algn="l" rtl="0">
              <a:lnSpc>
                <a:spcPct val="100000"/>
              </a:lnSpc>
              <a:spcBef>
                <a:spcPts val="630"/>
              </a:spcBef>
              <a:spcAft>
                <a:spcPts val="0"/>
              </a:spcAft>
              <a:buClr>
                <a:schemeClr val="hlink"/>
              </a:buClr>
              <a:buSzPts val="1440"/>
              <a:buFont typeface="Arial"/>
              <a:buChar char="●"/>
            </a:pPr>
            <a:r>
              <a:rPr lang="en-US" sz="1800" b="0" i="0" u="none" dirty="0">
                <a:solidFill>
                  <a:schemeClr val="dk1"/>
                </a:solidFill>
                <a:latin typeface="Helvetica Neue"/>
                <a:ea typeface="Helvetica Neue"/>
                <a:cs typeface="Helvetica Neue"/>
                <a:sym typeface="Helvetica Neue"/>
              </a:rPr>
              <a:t>Implicit commit can be turned off by a database directive</a:t>
            </a:r>
            <a:endParaRPr dirty="0"/>
          </a:p>
          <a:p>
            <a:pPr marL="1085850" lvl="2" indent="-228600" algn="l" rtl="0">
              <a:lnSpc>
                <a:spcPct val="100000"/>
              </a:lnSpc>
              <a:spcBef>
                <a:spcPts val="630"/>
              </a:spcBef>
              <a:spcAft>
                <a:spcPts val="0"/>
              </a:spcAft>
              <a:buClr>
                <a:srgbClr val="33CC33"/>
              </a:buClr>
              <a:buSzPts val="1350"/>
              <a:buFont typeface="Arimo"/>
              <a:buChar char="4"/>
            </a:pPr>
            <a:r>
              <a:rPr lang="en-US" sz="1800" b="0" i="0" u="none" dirty="0">
                <a:solidFill>
                  <a:schemeClr val="dk1"/>
                </a:solidFill>
                <a:latin typeface="Helvetica Neue"/>
                <a:ea typeface="Helvetica Neue"/>
                <a:cs typeface="Helvetica Neue"/>
                <a:sym typeface="Helvetica Neue"/>
              </a:rPr>
              <a:t>E.g. in JDBC,     </a:t>
            </a:r>
            <a:r>
              <a:rPr lang="en-US" sz="1800" b="0" i="0" u="none" dirty="0" err="1">
                <a:solidFill>
                  <a:schemeClr val="dk1"/>
                </a:solidFill>
                <a:highlight>
                  <a:srgbClr val="FFFF00"/>
                </a:highlight>
                <a:latin typeface="Helvetica Neue"/>
                <a:ea typeface="Helvetica Neue"/>
                <a:cs typeface="Helvetica Neue"/>
                <a:sym typeface="Helvetica Neue"/>
              </a:rPr>
              <a:t>connection.setAutoCommit</a:t>
            </a:r>
            <a:r>
              <a:rPr lang="en-US" sz="1800" b="0" i="0" u="none" dirty="0">
                <a:solidFill>
                  <a:schemeClr val="dk1"/>
                </a:solidFill>
                <a:highlight>
                  <a:srgbClr val="FFFF00"/>
                </a:highlight>
                <a:latin typeface="Helvetica Neue"/>
                <a:ea typeface="Helvetica Neue"/>
                <a:cs typeface="Helvetica Neue"/>
                <a:sym typeface="Helvetica Neue"/>
              </a:rPr>
              <a:t>(false);</a:t>
            </a:r>
            <a:endParaRPr dirty="0">
              <a:highlight>
                <a:srgbClr val="FFFF00"/>
              </a:highlight>
            </a:endParaRPr>
          </a:p>
        </p:txBody>
      </p:sp>
    </p:spTree>
  </p:cSld>
  <p:clrMapOvr>
    <a:masterClrMapping/>
  </p:clrMapOvr>
</p:sld>
</file>

<file path=ppt/theme/theme1.xml><?xml version="1.0" encoding="utf-8"?>
<a:theme xmlns:a="http://schemas.openxmlformats.org/drawingml/2006/main" name="1_db-5-grey">
  <a:themeElements>
    <a:clrScheme name="">
      <a:dk1>
        <a:srgbClr val="000000"/>
      </a:dk1>
      <a:lt1>
        <a:srgbClr val="CCECFF"/>
      </a:lt1>
      <a:dk2>
        <a:srgbClr val="CC3300"/>
      </a:dk2>
      <a:lt2>
        <a:srgbClr val="666699"/>
      </a:lt2>
      <a:accent1>
        <a:srgbClr val="FFFFFF"/>
      </a:accent1>
      <a:accent2>
        <a:srgbClr val="CCCC00"/>
      </a:accent2>
      <a:accent3>
        <a:srgbClr val="E2F4FF"/>
      </a:accent3>
      <a:accent4>
        <a:srgbClr val="000000"/>
      </a:accent4>
      <a:accent5>
        <a:srgbClr val="FFFFFF"/>
      </a:accent5>
      <a:accent6>
        <a:srgbClr val="B9B900"/>
      </a:accent6>
      <a:hlink>
        <a:srgbClr val="FF9900"/>
      </a:hlink>
      <a:folHlink>
        <a:srgbClr val="FF993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db-5-grey">
  <a:themeElements>
    <a:clrScheme name="">
      <a:dk1>
        <a:srgbClr val="000000"/>
      </a:dk1>
      <a:lt1>
        <a:srgbClr val="CCECFF"/>
      </a:lt1>
      <a:dk2>
        <a:srgbClr val="CC3300"/>
      </a:dk2>
      <a:lt2>
        <a:srgbClr val="666699"/>
      </a:lt2>
      <a:accent1>
        <a:srgbClr val="FFFFFF"/>
      </a:accent1>
      <a:accent2>
        <a:srgbClr val="CCCC00"/>
      </a:accent2>
      <a:accent3>
        <a:srgbClr val="E2F4FF"/>
      </a:accent3>
      <a:accent4>
        <a:srgbClr val="000000"/>
      </a:accent4>
      <a:accent5>
        <a:srgbClr val="FFFFFF"/>
      </a:accent5>
      <a:accent6>
        <a:srgbClr val="B9B900"/>
      </a:accent6>
      <a:hlink>
        <a:srgbClr val="FF9900"/>
      </a:hlink>
      <a:folHlink>
        <a:srgbClr val="FF993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1027</TotalTime>
  <Words>3512</Words>
  <Application>Microsoft Office PowerPoint</Application>
  <PresentationFormat>On-screen Show (4:3)</PresentationFormat>
  <Paragraphs>365</Paragraphs>
  <Slides>46</Slides>
  <Notes>38</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46</vt:i4>
      </vt:variant>
    </vt:vector>
  </HeadingPairs>
  <TitlesOfParts>
    <vt:vector size="52" baseType="lpstr">
      <vt:lpstr>Arial</vt:lpstr>
      <vt:lpstr>Times New Roman</vt:lpstr>
      <vt:lpstr>Helvetica Neue</vt:lpstr>
      <vt:lpstr>Arimo</vt:lpstr>
      <vt:lpstr>1_db-5-grey</vt:lpstr>
      <vt:lpstr>db-5-grey</vt:lpstr>
      <vt:lpstr>Module 6</vt:lpstr>
      <vt:lpstr>Chapter 15:  Transactions</vt:lpstr>
      <vt:lpstr>Transaction Concept</vt:lpstr>
      <vt:lpstr>Example of Fund Transfer</vt:lpstr>
      <vt:lpstr>Example of Fund Transfer (Cont.)</vt:lpstr>
      <vt:lpstr>Example of Fund Transfer (Cont.)</vt:lpstr>
      <vt:lpstr>ACID Properties</vt:lpstr>
      <vt:lpstr>Transaction State</vt:lpstr>
      <vt:lpstr>Transaction State (Cont.)</vt:lpstr>
      <vt:lpstr>Implementation of Atomicity and Durability</vt:lpstr>
      <vt:lpstr>Implementation of Atomicity and Durability (Cont.)</vt:lpstr>
      <vt:lpstr>Concurrent Executions</vt:lpstr>
      <vt:lpstr>Schedules</vt:lpstr>
      <vt:lpstr>Schedule 1</vt:lpstr>
      <vt:lpstr>Schedule 2</vt:lpstr>
      <vt:lpstr>Schedule 3</vt:lpstr>
      <vt:lpstr>Schedule 4</vt:lpstr>
      <vt:lpstr>Serializability</vt:lpstr>
      <vt:lpstr>Conflicting Instructions </vt:lpstr>
      <vt:lpstr>Conflict Serializability</vt:lpstr>
      <vt:lpstr>Conflict Serializability example</vt:lpstr>
      <vt:lpstr>PowerPoint Presentation</vt:lpstr>
      <vt:lpstr>Conflict Serializability (Cont.)</vt:lpstr>
      <vt:lpstr>Conflict Serializability (Cont.)</vt:lpstr>
      <vt:lpstr>View Serializability</vt:lpstr>
      <vt:lpstr>PowerPoint Presentation</vt:lpstr>
      <vt:lpstr>View Serializability (Cont.)</vt:lpstr>
      <vt:lpstr>View Serializability (Cont.)</vt:lpstr>
      <vt:lpstr>View Serializability (Cont.)</vt:lpstr>
      <vt:lpstr>Example </vt:lpstr>
      <vt:lpstr>Testing of Serializability in DBMS with Examples</vt:lpstr>
      <vt:lpstr>Testing for Serializability</vt:lpstr>
      <vt:lpstr>Conflict serialzability example</vt:lpstr>
      <vt:lpstr>PowerPoint Presentation</vt:lpstr>
      <vt:lpstr>Example of View Serializability</vt:lpstr>
      <vt:lpstr>Recoverable Schedules</vt:lpstr>
      <vt:lpstr>Irrecoverable Schedule</vt:lpstr>
      <vt:lpstr>Cascading Rollbacks</vt:lpstr>
      <vt:lpstr>Cascadeless Schedules</vt:lpstr>
      <vt:lpstr>Strict Schedules</vt:lpstr>
      <vt:lpstr>PowerPoint Presentation</vt:lpstr>
      <vt:lpstr>Concurrency Control</vt:lpstr>
      <vt:lpstr>Concurrency Control vs. Serializability Tests</vt:lpstr>
      <vt:lpstr>Weak Levels of Consistency</vt:lpstr>
      <vt:lpstr>Levels of Consistency in SQL-92</vt:lpstr>
      <vt:lpstr>Transaction Definition in SQL</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6</dc:title>
  <dc:creator>kjscecomp</dc:creator>
  <cp:lastModifiedBy>Om Thanage</cp:lastModifiedBy>
  <cp:revision>25</cp:revision>
  <dcterms:modified xsi:type="dcterms:W3CDTF">2025-05-05T20:33:45Z</dcterms:modified>
</cp:coreProperties>
</file>